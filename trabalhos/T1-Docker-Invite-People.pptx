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É UM 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Essa definição não é citação de livro. É a que o grupo montou a partir dos quatro mecanismos do Linux que os próximos slides mostram.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É UMA IMAGEM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Essa é citação da Image Spec, um dos documentos da Open Container Initiative, a organização que padroniza o formato de imagem desde 2015.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001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61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69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73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8001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 nada, apenas contabilizam e limitam o consumo.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8902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8806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não deixa lento, o kernel mata o processo.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6849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6754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não mata, freia. Isso piora as requisições mais lentas e quase não mexe na média, por isso é mais difícil de perceber.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1955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10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75158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0006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59054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903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2950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08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68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73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8234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9308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2849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275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0915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7309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3527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97449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8460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6176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