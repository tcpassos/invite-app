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processo. Ele não fica lento.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o processo pai do container, não o daemon.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imagem, não às camadas lógicas da arquitetura.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82892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00375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91477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0481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6722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5339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33387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93382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6712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82892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000375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11467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6717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6242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505325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Só o serviço público precisa de réplicas. O painel não.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kubernetes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76400"/>
            <a:ext cx="1809750" cy="180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exige backup e upgrade de versão maior do banco. Estar em imagem não resolve isso.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048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acrescenta um passo de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5048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9534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8494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se aplica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