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projeto ainda não decidiu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332101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Mais adiante, o mesmo ambiente que rodou no desenvolvimento também na entrega e na apresentação do produto.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9124950" y="2751582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93530" y="2808732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AINDA É PROPOSTA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037332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037332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Nada disso está feito. É o que o grupo quer testar, e o resto da apresentação é o exame dessa ideia.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15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7715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4594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5549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9834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41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9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7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5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3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1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8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6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4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2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360670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34162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764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7909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39243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295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429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800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933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8003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3624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2479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3431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5241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1907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6479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9146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4861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29718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3133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2291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9312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8470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955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5431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6193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6765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29051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0194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2480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766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7242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7814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5431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2099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2670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5431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7622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28765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1051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337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6004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6576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5431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29051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0194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2480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766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1624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719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82892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00375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91477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0481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6722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5339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33387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93382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6712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82892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000375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11467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6717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6242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505325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0883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93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531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240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200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469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42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10883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573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533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7611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671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751582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037332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037332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de arquitetura.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mostrou o risco na prática: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048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5048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9534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8494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que resta é o motivo que abriu a apresentação: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7645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624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6334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7129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613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463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3644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07645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porque sem ela o Git Bash quebra no Windows. Os ambientes do time já divergiam antes da primeira linha de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É ele que vira 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Três coisas para lembrar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397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0111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Container é um processo comum, isolado por mecanismos do kernel.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537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1510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Imagem é o artefato. Container é o ambiente de execução que roda a imagem.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36778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291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A decisão de arquitetura é em quantos processos separados o sistema vai rodar.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