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7" name="Picture 6" descr="do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pergunta desta apresentação é 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em jogo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Mais adiante, o mesmo ambiente que rodou no desenvolvimento também na entrega e na apresentação do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doc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20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71584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5620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771584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45945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5549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9834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41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9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7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5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3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1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8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6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4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2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360670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34162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freia. Piora as requisições mais lentas e quase não mexe na média, por isso passa despercebido.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0764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7909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39243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295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429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800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2933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8003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3624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2479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3431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5241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1907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6479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9146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4861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2194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3337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5433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533775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29718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3133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229100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93128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847082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3" name="Picture 2" descr="oci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955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5431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6193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6765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29051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0194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2480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4766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7242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7814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1624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3719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5431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2099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2670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5431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7622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28765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1051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337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6004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6576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1624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3719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5431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2099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2670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5431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29051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0194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2480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4766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5431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2099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2670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1624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3719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documento de decisões arquiteturais do projeto.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arquitetura em camadas.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82892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000375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24802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4004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91477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404812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6722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5339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70522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33387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93382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6712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82892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3000375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11467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34327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41947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9092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9092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6717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6242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505325"/>
            <a:ext cx="33909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43150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4273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343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00723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9230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58711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5029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1669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0827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9928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0883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49859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39458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933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531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8240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72008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1469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042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que só existe escrita depende de alguém lembrar de aplicar. Na topologia ela é garantida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189928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10883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49859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39458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5573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45338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do produto começa em outubro.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118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3073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7358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16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54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92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30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68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07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45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83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21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59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97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35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74030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5498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3" name="Picture 2" descr="kubernetes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676400"/>
            <a:ext cx="1809750" cy="1809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56154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56154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mostrou o risco na prática: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02814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702814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702814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3141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8381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08381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08381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880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3263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53263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53263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39814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39814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064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373118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02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4302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4302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7552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953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504884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8946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7906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295334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504884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8946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7906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9534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8494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que resta é o motivo que abriu a apresentação: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6690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7645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4612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362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2118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1127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624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6334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passa a ser editar uma linha de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7129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613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atravessa notebook, pipeline e a apresentação do projeto mais adiante.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463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3644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86690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07645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4612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362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2118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1127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619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porque sem ela o Git Bash quebra no Windows. Os ambientes do time já divergiam antes da primeira linha de código do produto.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250" y="2619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72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É ele que vira o diagrama de implantação.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Três coisas para lembrar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397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0111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1A1A1E"/>
                </a:solidFill>
                <a:latin typeface="Roboto"/>
              </a:rPr>
              <a:t>Container é um processo comum, isolado por mecanismos do kernel.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537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1510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1A1A1E"/>
                </a:solidFill>
                <a:latin typeface="Roboto"/>
              </a:rPr>
              <a:t>Imagem é o artefato. Container é o ambiente de execução que roda a imagem.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36778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2910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0">
                <a:solidFill>
                  <a:srgbClr val="1A1A1E"/>
                </a:solidFill>
                <a:latin typeface="Roboto"/>
              </a:rPr>
              <a:t>A decisão de arquitetura é em quantos processos separados o sistema vai rodar.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