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4456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33667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2846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17563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12356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01459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front-end e três camadas no back-end.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Questão Norteadora da Sprint 2, que é a pergunta que a sprint precisa responder, é como os componentes serão distribuídos e implantados no ambiente de execução.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336673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6198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22423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22423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PROCESSO VISTO DO HOST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8882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9837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4122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84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22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60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98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36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74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12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50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89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27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65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03545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48449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OS DOIS MECANISMOS DO KERNEL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própria, e é por isso que dois containers conseguem escutar na mesma porta.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ele freia o processo, o que piora as requisições mais lentas e quase não mexe na média, por isso é mais difícil de perceber.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25742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397192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052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47662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09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98132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1146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298132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54342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42887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524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0510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37172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82892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09562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66712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93382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472135"/>
            <a:ext cx="28575" cy="66196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453085"/>
            <a:ext cx="10629900" cy="795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PADRONIZAÇÃO, DESDE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sistema inteiro em 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dois ou três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4574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DO BACK-END FICAM NA MESMA IMAGEM NOS TRÊS DESENHOS.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7051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7813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8384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0670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1813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4099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6385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886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3943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7051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3718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4290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7051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29241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0384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2670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4956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7623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8195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7051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0670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1813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4099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6385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3243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5339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ADR, o documento de decisões arquiteturais da Sprint 2.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DOIS DIAGRAMAS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667250" y="3867150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81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692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3647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212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2222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3718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2727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12242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0233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3759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2768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2692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3647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212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2222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6233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5242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da Sprint 2.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quando o container é derrubado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DESVANTAGENS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porte, o que afeta quem for usar isto fora da faculdade.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474976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532126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2760726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2760726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1180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0140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precisa registrar que container não dá o mesmo isolamento de uma máquina virtual.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de qualidade do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034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1989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5997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056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Cada imagem tem uma responsabilidade e uma fronteira declarada, que é modularidade e reusabilidade.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3061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21202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01250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91839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7188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6247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566413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55700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01034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21989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25997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25056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33061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321202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ENTRADA PARA O ADR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diagrama de implantação deixa de ser caixa genérica e passa a ter um arquivo correspondente que roda, e esse arquivo vira artefato do repositório.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903982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da Sprint 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seis itens de modelagem da Sprint 2, do #58 ao #63, estão em To Do. Isto é insumo desses itens, não relato de item concluído.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ADR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