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8" name="Picture 7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Como esses componentes serão distribuídos e implantados no ambiente de execução.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332101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389251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PONTO DE PARTIDA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no back-end.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é em quantos processos separados elas rodam.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entrega e na apresentação do produto, o mesmo ambiente do desenvolvimento.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5" name="Picture 4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A padronização da cadeia de execução é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0360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0360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161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1218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No diagrama de implantação, a imagem é artefato e o container é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40242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49792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92642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454968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35918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Linux. No Windows, o Docker Desktop roda o engine sobre o WSL2, uma máquina virtual leve com kernel Linux. O mesmo processo tem PID 1 dentro do container e outro PID no host. Por isso, no diagrama de implantação, o container fica dentro do nó do host.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contabilizam e limitam o consumo de recursos, sem isolar nada.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encerra o processo, sem degradação gradual.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só reduz a velocidade. As requisições mais lentas pioram e a média quase não muda.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002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147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481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194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528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241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575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241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4862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3717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669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479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removida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145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7717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384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099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8766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 e distribuída por um registry. Cada instrução gera uma camada. Um Dockerfile que copia um .env e o apaga na instrução seguinte deixa o segredo legível na camada anterior. No nosso caso, a senha do banco e o segredo de sessão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07657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180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3387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processo pai do container é o shim. Reiniciar o daemon não encerra os containers.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82231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738116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dividem os privilégios de root em unidades independentes, removidas uma a uma.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aplicam uma restrição adicional pelo módulo de segurança do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oci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pode ser trocado por crun, gVisor ou Kata, e o engine por Podman. Em 2022 o Kubernetes removeu o adaptador que falava com o Docker Engine e as imagens continuaram funcionando, porque o formato é o da OCI.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193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43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00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289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432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3718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004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481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052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6670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337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3909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6670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8860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003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289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575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242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7814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6670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289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432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3718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004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2862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958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opções, e a escolha entre elas é registrada no documento de decisões arquiteturais. No Docker,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se refere às camadas do sistema de arquivos da imagem. A camada lógica da arquitetura é outro conceito.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Container é um nó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 é um nó separado,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77177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943225"/>
            <a:ext cx="3810000" cy="20574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85762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39909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1007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4767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27672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87667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0997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77177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2943225"/>
            <a:ext cx="3810000" cy="20574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05752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1002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052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429125"/>
            <a:ext cx="3390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corresponde 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43150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67550" y="24273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34250" y="2343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interface provida da UML.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300723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9230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interface requerida.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358711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35029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corresponde à porta publicada do container.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416699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40827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é decisão do documento de decisões arquiteturais.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imagem tem uma responsabilidade.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561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521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 de fronteira publica porta para fora, e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só documentada depende de revisão manual. Na topologia ela é imposta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continua, agora com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jornada da anfitriã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Só o serviço público precisa de réplicas.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29120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mostra o ambiente e a topologia. A implementação do produto começa em outubro.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2118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03073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7358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316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54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792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30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68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07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45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83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21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59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97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35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74030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5498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ser perdidos quando o container é removido. A decisão de implantação impõe uma restrição às camadas superiores.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é aplicada antes das regras do administrador, então um bloqueio de firewall na porta publicada não tem efeito.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continua exigindo backup e upgrade de versão maior do banco.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56154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56154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confirmou o risco: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02814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702814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702814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3141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8381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08381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08381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880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3263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53263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53263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39814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39814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064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373118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02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4302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4302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7552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6891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monolito num servidor só, que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time sem integração contínua, para quem é só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76891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2174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1134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para adotar é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VANTAGENS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0218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fica descrito num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0881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9890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é editar uma linha do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roda no notebook, no pipeline e na apresentação do produto.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3378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2387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escalar só o serviço público, se a aplicação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0218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619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7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.gitattributes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*.sh text eol=lf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Uma linha no repositório, necessária porque o Git Bash falha no Windows sem ela. Os ambientes do time já divergiam antes do primeiro código do produto.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250" y="2619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72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1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docker-compose.yml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 arquivo que descreve o ambiente inteiro e que qualquer um dos quatro sobe com um comando. Esse arquivo é a base do diagrama de implantação.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