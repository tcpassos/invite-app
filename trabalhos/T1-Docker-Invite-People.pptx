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pic>
        <p:nvPicPr>
          <p:cNvPr id="8" name="Picture 7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2038350"/>
            <a:ext cx="2667000" cy="19126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 ·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projeto Invite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4106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3210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800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7106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01002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na documentação do projeto, com MVC no front-end e três camadas no back-end.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84898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pergunta desta apresentação é como esses componentes serão distribuídos e implantados no ambiente de execução.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332101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389251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34162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PONTO DE PARTIDA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617851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617851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no back-end.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em jogo é em quantos processos separados elas rodam.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que o grupo quer usar 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605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5158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Ambiente de desenvolvimento igual para os quatro, com o banco rodando sem ninguém instalar nada na própria máquina.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95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9054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Um arquivo no repositório que descreve esse ambiente inteiro, versionado junto com o código, e que qualquer um sobe com um comando.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Mais adiante, o mesmo ambiente que rodou no desenvolvimento também na entrega e na apresentação do produto.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5" name="Picture 4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2381250"/>
            <a:ext cx="2476500" cy="17759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isolamento de processos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2034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71584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1613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0573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2562034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2700" y="2771584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1750" y="31613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8450" y="30573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o hash do próprio conteúdo.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17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São essas duas definições que decidem o desenho do diagrama de implantação, com a imagem entrando como artefato e o container como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um processo comum,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45945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05549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9834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341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79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8174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556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937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318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699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008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46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84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7224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360670"/>
            <a:ext cx="28575" cy="56578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" y="5341620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Linux, então no Windows o Docker Desktop roda o engine sobre o WSL2, que fornece um kernel Linux real numa máquina virtual leve. Esta saída é dessa distro. O mesmo processo tem PID 1 dentro do container e outro PID no host, que é o que o namespace de PID faz. É por isso que no nosso diagrama de implantação o container aparece dentro do host, e não como máquina separada.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própria. Dois containers conseguem escutar na mesma porta.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não isolam nada, eles contabilizam e limitam o consumo de recursos.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Quando o processo estoura o limite de memória ele não fica lento, o kernel mata ele.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não mata, freia. Piora as requisições mais lentas e quase não mexe na média, por isso passa despercebido.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camadas de uma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07645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7909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39243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32956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34290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8003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29337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2800350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950" y="436245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24790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3431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52412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57750" y="2190750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57800" y="26479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29146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4861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528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imagem é construída a partir de um Dockerfile, o arquivo de texto que declara a base e os passos, e circula entre máquinas por um registry. Cada instrução vira uma camada, e por isso um Dockerfile que copia um .env e faz RUN rm na instrução seguinte produz uma imagem em que o segredo continua legível. No nosso caso o segredo seria a senha do banco e o segredo de sessão do login do anfitrião.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pilha de execução do Docker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72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7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527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900" y="35337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482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82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24400" y="35337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437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7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35337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92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92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15400" y="35337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250" y="2971800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6300" y="43133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229100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" y="493128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4847082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o privilégio do container é reduzido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605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5158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95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9054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4" name="Picture 3" descr="oci-br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0" y="1962150"/>
            <a:ext cx="3048000" cy="8390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66900"/>
            <a:ext cx="666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substituibilidade por compatibilidade de interface, e a seção 03 traz um caso real disso.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de arquitetura e o arquivo de compose.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295525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TIER É CADA PROCESSO SEPARADO EM QUE O SISTEMA RODA. AS TRÊS CAMADAS DO BACK-END FICAM SEMPRE JUNTAS NUM SÓ.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543175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9650" y="26193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9650" y="26765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9650" y="2905125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8225" y="30194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2480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4766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9650" y="37242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9650" y="37814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41624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3719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425" y="2543175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5775" y="3209925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5775" y="3267075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5925" y="2543175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62600" y="2762250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1175" y="28765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1175" y="31051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3337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9275" y="36004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9275" y="36576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41624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3719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9000" y="25431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53300" y="32099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3300" y="32670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5800" y="2543175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0100" y="2905125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48675" y="30194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8675" y="32480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4766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53650" y="25431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67950" y="32099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7950" y="32670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4162425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371975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opções, e a escolha entre elas entra no documento de decisões arquiteturais do projeto. O Docker também usa a palavra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, mas para o empilhamento do sistema de arquivos da imagem, que é outra coisa e não tem relação com a camada lógica da arquitetura em camadas.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50" y="2609850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27622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2952750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2050" y="3314700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2550" y="3448050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2550" y="3657600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6850" y="3981450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7350" y="4095750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428625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2800350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3467100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43500" y="4248150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43500" y="44005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Dos componentes para os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828925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3000375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950" y="324802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950" y="340042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324802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40042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7875" y="3914775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875" y="404812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7875" y="4467225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7875" y="45339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8325" y="370522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52750" y="370522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62250" y="4333875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7250" y="3933825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7250" y="3667125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2828925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3000375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311467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34327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41947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59092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2850" y="334327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341947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359092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48550" y="359092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743950" y="334327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341947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0" y="359092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9650" y="359092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81750" y="4067175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1750" y="416242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4505325"/>
            <a:ext cx="33909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vira um serviço no arquivo de compose, com a imagem por tag e digest.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interfaces no arquivo de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43150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50" y="25527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" y="28003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30480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956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5433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909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40386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862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5339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7815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67550" y="24273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4250" y="2343150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da UML.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550" y="300723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4250" y="2923032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7550" y="358711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4250" y="3502914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7550" y="416699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4250" y="4082796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é decisão do documento de decisões arquiteturais.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9928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0883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49859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39458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02933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292531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 nem por acidente.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82409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72008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 de fronteira publica porta para fora, e o banco fica sem mapeamento nenhum.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1469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042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que só existe escrita depende de alguém lembrar de aplicar. Na topologia ela é garantida pela estrutura.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189928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10883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49859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39458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55739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45338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988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898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jornada da anfitriã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2884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sentido, e replicar o painel não faz.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29120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do produto começa em outubro.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21180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03073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7358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316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54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792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30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68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07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45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983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21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59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97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935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74030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554980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4" name="Picture 3" descr="kubernetes-br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1676400"/>
            <a:ext cx="1809750" cy="18097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66900"/>
            <a:ext cx="666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793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040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1833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0936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traz junto o problema de backup e o de upgrade de versão maior do banco, que não somem por estar em imagem.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096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8729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470404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527554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79929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756154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756154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57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sistema operacional do host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57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hipervisor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250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50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50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50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24125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24125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24125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4125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24125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4125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9575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9575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9575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2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72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72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72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72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kernel do host, compartilhado por todos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72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72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Docker Engine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50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6750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750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39125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39125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39125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39125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81075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075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1075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1075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inteiro para cada serviço. A fronteira é imposta pelo hardware.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72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só, dividido entre todos. A fronteira é a interface de chamadas de sistema.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CVE-2019-5736 mostrou o risco na prática: o processo de dentro conseguia sobrescrever o binário do runtime. Por isso o documento de decisões arquiteturais precisa registrar que container não dá o mesmo isolamento de uma máquina virtual.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02814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2702814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2702814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931414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083814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3083814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3083814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0880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32632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3532632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3532632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3981450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3981450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30644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373118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430268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430268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4430268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75526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95334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504884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8946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7906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primeiro é o monolito que roda num servidor só e nunca vai escalar.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894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segundo é o time sem integração contínua, que só ganha um passo de build a mais.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terceiro é a aplicação sensível a latência de cauda.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2789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1749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quarto é o sistema dominado por estado.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295334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504884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8946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7906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Dois dos quatro se aplicam a nós, porque não temos integração contínua definida nem hospedagem decidida.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9534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8494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que resta é o motivo que abriu a apresentação: o ambiente igual para os quatro antes da primeira linha de código.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6690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7645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4612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3622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responsabilidade por imagem, com a fronteira declarada.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2118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11277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ambiente vira arquivo legível, versionado junto com o código.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9624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86334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Trocar runtime ou banco passa a ser editar uma linha de arquivo.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7129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6139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mesma imagem atravessa notebook, pipeline e a apresentação do projeto mais adiante.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5463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536448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Dá para escalar só o serviço público, se a aplicação for mesmo sem estado.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186690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2700" y="207645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81750" y="24612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23622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superfície de ataque nova, na imagem base e no privilégio de execução.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32118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311277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I/O mais lento, principalmente nas máquinas Windows.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61937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7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.gitattributes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*.sh text eol=lf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Uma linha no repositório, porque sem ela o Git Bash quebra no Windows. Os ambientes do time já divergiam antes da primeira linha de código do produto.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2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2250" y="261937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72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81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docker-compose.yml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1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2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 arquivo que descreve o ambiente inteiro e que qualquer um dos quatro sobe com um comando. É ele que vira o diagrama de implantação.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Três coisas para lembrar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3979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0111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1A1A1E"/>
                </a:solidFill>
                <a:latin typeface="Roboto"/>
              </a:rPr>
              <a:t>Container é um processo comum, isolado por mecanismos do kernel.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537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1510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1A1A1E"/>
                </a:solidFill>
                <a:latin typeface="Roboto"/>
              </a:rPr>
              <a:t>Imagem é o artefato. Container é o ambiente de execução que roda a imagem.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36778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22910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1A1A1E"/>
                </a:solidFill>
                <a:latin typeface="Roboto"/>
              </a:rPr>
              <a:t>A decisão de arquitetura é em quantos processos separados o sistema vai rodar.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0861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199205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25536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5954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0211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292703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7275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63340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1950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10089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46624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456838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850" y="512997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1550" y="503586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850" y="559746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550" y="550335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