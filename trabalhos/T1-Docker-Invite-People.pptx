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Só o serviço público precisa de réplicas.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kubernetes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76400"/>
            <a:ext cx="1809750" cy="180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Saiu o adaptador embutido que falava com o Docker Engine. O formato das imagens é o da OCI e continuou funcionando.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é aplicada antes das regras do administrador, então um bloqueio de firewall na porta publicada não tem efeito.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