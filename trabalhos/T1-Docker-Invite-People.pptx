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no Guia da Arquitetura, com MVC no front e três camadas no back.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Questão Norteadora da Sprint 2 pergunta como os componentes serão distribuídos e implantados no ambiente de execução.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474976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760726"/>
            <a:ext cx="38100" cy="8321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760726"/>
            <a:ext cx="2171700" cy="1403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TIAGO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que é o hash do próprio conteúdo.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item #60, com a imagem entrando como artefato e o container como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O KERNEL ENXERGA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83118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292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35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8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6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4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2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0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7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5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3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1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59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9784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7879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NAMESPACES E CGROUPS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própria, e é por isso que dois containers conseguem escutar na mesma porta.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front, a API e o banco do projeto rodarem no mesmo host sem conflito de porta.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ele freia o processo, o que piora as requisições mais lentas e quase não mexe na média, por isso é mais difícil de perceber.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4315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576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1910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623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6957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6705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004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6705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2915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1460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098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79082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5745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146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1813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5285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1955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38800"/>
            <a:ext cx="28575" cy="42748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trocada. É a substituibilidade da Aula 05, aplicada ao próprio Docker.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180207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180207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OCI, FUNDADA EM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e o Bloco D traz um caso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GABRIEL · 6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mesmas três camadas lógicas,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empacotadas de três jeitos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562225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809875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8860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9432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171825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2861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147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743325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990975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4048125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809875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476625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533775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809875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3028950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1432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3718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600450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8671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9243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429125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638675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809875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171825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2861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5147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743325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809875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476625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533775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429125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638675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638800"/>
            <a:ext cx="28575" cy="641223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619750"/>
            <a:ext cx="106299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 #63, o documento de decisões arquiteturais da Sprint 2.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implantação, 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é um nó e a imagem é um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53000" y="3886200"/>
            <a:ext cx="95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 #63.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só, que é mais coesão.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porta, e o banco fica na rede interna sem mapeamento nenhum.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04482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8956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6800" y="2857500"/>
            <a:ext cx="6667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ANDREAS, COM TIAGO NA SEGURANÇA · 7 MINUTOS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dado sobrevive ao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se ficar num volume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interface, no vocabulário da Aula 05.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porte, o que afeta quem for usar isto fora da faculdade.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474976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532126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2760726"/>
            <a:ext cx="38100" cy="1636776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2760726"/>
            <a:ext cx="2171700" cy="22082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Nenhum número de desempenho entra aqui sem medição feita pelo time.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9860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8820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81750" y="3191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308724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ADR #63 precisa registrar que container não dá o mesmo isolamento de uma máquina virtual.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 da Aula 03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27148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7020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Cada imagem tem uma responsabilidade e uma fronteira declarada, que é a modularidade e a reusabilidade da Aula 03.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59054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50139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 ambiente vira arquivo legível, versionado junto com o código, e com isso ganha compreensibilidade.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27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635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Extensibilidade sai barata, porque trocar runtime ou banco é editar uma linha de arquivo.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91490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8257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T3, o que ajuda a manutenibilidade.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557707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548792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A escalabilidade fica seletiva, e só vale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117598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327148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1750" y="270205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261289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Segurança ganha isolamento e herda uma superfície nova, que é a imagem base e o privilégio de execução.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336423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32750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Desempenho custa, principalmente I/O nas máquinas Windows, e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1417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0327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98068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871722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710684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304228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3042285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318510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318510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34734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27832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2190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8812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31711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47529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850" y="51888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850" y="562470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