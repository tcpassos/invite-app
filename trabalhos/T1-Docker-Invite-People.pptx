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Sprint 2 tem uma Questão Norteadora a responder: como os componentes serão distribuídos e implantados no ambiente de execução.</a:t>
            </a:r>
          </a:p>
        </p:txBody>
      </p:sp>
      <p:sp>
        <p:nvSpPr>
          <p:cNvPr id="12" name="Donut 11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760726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2760726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559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6552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8559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306552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5140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8882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9837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122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84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722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60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98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36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74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912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50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89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27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65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503545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8449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768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5742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719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1052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766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609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813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1146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8132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54342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42887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524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70510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7172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82892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9562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6712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93382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72135"/>
            <a:ext cx="28575" cy="66196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53085"/>
            <a:ext cx="10629900" cy="795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ADR, o documento de decisões arquiteturais da Sprint 2.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Aula 03.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8671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762500"/>
            <a:ext cx="381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Donut 9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da Sprint 2. Ainda não decidida.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222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1327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52241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2391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5130165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613279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670429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622804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899029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899029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1180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precisa registrar que container não dá o mesmo isolamento de uma máquina virtual.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38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1243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02526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87489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77583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demonstração do T3.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625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52640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38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 A Aula 03 já avisa que camada extra prejudica desempenho.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diagrama de implantação deixa de ser caixa genérica e passa a ter um arquivo correspondente que roda, e esse arquivo vira artefato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0" name="Chevron 9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180207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180207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da Sprint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Sprint 2, do #58 ao #63, estão em To Do. Isto é insumo desses itens, não relato de item concluído.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ADR #63, onde a stack será decidida, ainda não foi escrito.</a:t>
            </a:r>
          </a:p>
        </p:txBody>
      </p:sp>
      <p:sp>
        <p:nvSpPr>
          <p:cNvPr id="8" name="Document 7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