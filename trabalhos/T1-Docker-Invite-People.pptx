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4456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33667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2846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17563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12356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01459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no Guia da Arquitetura, com MVC no front-end e três camadas no back-end.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85355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Questão Norteadora da Sprint 2, que é a pergunta que a sprint precisa responder, é como os componentes serão distribuídos e implantados no ambiente de execução.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336673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6198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22423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22423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que é o hash do próprio conteúdo.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item #60, com a imagem entrando como artefato e o container como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PROCESSO VISTO DO HOST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83118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292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35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8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6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4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2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0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7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5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3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1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59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9784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7879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OS DOIS MECANISMOS DO KERNEL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própria, e é por isso que dois containers conseguem escutar na mesma porta.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ele freia o processo, o que piora as requisições mais lentas e quase não mexe na média, por isso é mais difícil de perceber.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trocada. É a substituibilidade da Aula 05, aplicada ao próprio Docker.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PADRONIZAÇÃO, DESDE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mesmas três camadas lógicas,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empacotadas de três jeitos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O FRONT-END E O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#63, o documento de decisões arquiteturais da Sprint 2.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implantação, 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é um nó e a imagem é um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porta, e o banco fica na rede interna sem mapeamento nenhum.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04482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quando o container é derrubado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DESVANTAGENS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porte, o que afeta quem for usar isto fora da faculdade.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474976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532126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2760726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2760726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9860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817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ADR #63 precisa registrar que container não dá o mesmo isolamento de uma máquina virtual.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 da Aula 03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2714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7020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Cada imagem tem uma responsabilidade e uma fronteira declarada, que é a modularidade e a reusabilidade da Aula 03.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59054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50139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27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635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9149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8257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557707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54879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32714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1750" y="27020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33642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32750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ENTRADA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1417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9806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34734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27832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2190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8812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31711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47529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850" y="51888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850" y="562470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