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02118"/>
            <a:ext cx="10820400" cy="3762375"/>
          </a:xfrm>
          <a:prstGeom prst="roundRect">
            <a:avLst>
              <a:gd name="adj" fmla="val 2025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1911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54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197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     IMAGE   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front-end   nginx:alpine   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api         node:22-alpine 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     postgres:16   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exec db psql -U app -c "create table t()"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54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9309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7404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é aplicada antes das regras do administrador, então um bloqueio de firewall na porta publicada não tem efeito.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470404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527554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79929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56154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56154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02814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702814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702814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931414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8381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308381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308381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880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3263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53263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53263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39814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39814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064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373118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302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4302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4302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7552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