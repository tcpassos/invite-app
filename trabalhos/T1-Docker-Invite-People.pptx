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opções. Os rascunhos dos próximos slides seguem a de três, e a escolha final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95500"/>
            <a:ext cx="5905500" cy="3390900"/>
          </a:xfrm>
          <a:prstGeom prst="roundRect">
            <a:avLst>
              <a:gd name="adj" fmla="val 2247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3050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["8080:80"]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["3000:3000"]     # interface provida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  # interface requerida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029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21797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09550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27595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267538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3339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325526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7550" y="3919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4250" y="383514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os serviços de fronteira publicam porta para fora.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Área pública e área com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CONVITE PÚBLICO, SEM LOGIN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025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Qualquer pessoa com o link acessa.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link é compartilhado no grupo da família e as confirmações de presença chegam em pico.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55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1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É por esta área que o container da API ganha réplicas, e para isso ela não pode guardar sessão em memória nem gravar upload em disco local.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PAINEL DO ANFITRIÃO, COM 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77025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a anfitriã acessa.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pessoa por evento, carga baixa, sem necessidade de réplica.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é aplicada antes das regras do administrador, então um bloqueio de firewall na porta publicada não tem efeito.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replicar só a API, se o caminho do convite público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