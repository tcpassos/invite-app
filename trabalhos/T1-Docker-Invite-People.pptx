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8" name="Picture 7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entrega e na apresentação do produto, o mesmo ambiente do desenvolvimento.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5" name="Picture 4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A padronização da cadeia de execução é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0360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0360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161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1218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No diagrama de implantação, a imagem é artefato e o container é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0242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49792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92642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454968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35918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Linux. No Windows, o Docker Desktop roda o engine sobre o WSL2, uma máquina virtual leve com kernel Linux. O mesmo processo tem PID 1 dentro do container e outro PID no host. Por isso, no diagrama de implantação, o container fica dentro do nó do host.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contabilizam e limitam o consumo de recursos, sem isolar nada.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encerra o processo, sem degradação gradual.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só reduz a velocidade. As requisições mais lentas pioram e a média quase não muda.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002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147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48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194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528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241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575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241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4862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3717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66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479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removida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145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7717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384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099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8766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 e distribuída por um registry. Cada instrução gera uma camada. Um Dockerfile que copia um .env e o apaga na instrução seguinte deixa o segredo legível na camada anterior. No nosso caso, a senha do banco e o segredo de sessão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07657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180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3387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processo pai do container é o shim. Reiniciar o daemon não encerra os containers.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82231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738116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dividem os privilégios de root em unidades independentes, removidas uma a uma.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aplicam uma restrição adicional pelo módulo de segurança do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oci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pode ser trocado por crun, gVisor ou Kata, e o engine por Podman. Em 2022 o Kubernetes removeu o adaptador que falava com o Docker Engine e as imagens continuaram funcionando, porque o formato é o da OCI.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193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43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00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289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432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3718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004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481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052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6670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337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3909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6670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8860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003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289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575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242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7814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6670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289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432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3718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004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2862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958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opções. Os rascunhos dos próximos slides seguem a de três, e a escolha final é registrada no documento de decisões arquiteturais. No Docker,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se refere às camadas do sistema de arquivos da imagem. A camada lógica da arquitetura é outro conceito.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Container é um nó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 é um nó separado,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77177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943225"/>
            <a:ext cx="3810000" cy="20574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85762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39909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1007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4767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27672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87667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0997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77177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2943225"/>
            <a:ext cx="3810000" cy="20574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05752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1002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052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429125"/>
            <a:ext cx="3390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corresponde 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95500"/>
            <a:ext cx="5905500" cy="3390900"/>
          </a:xfrm>
          <a:prstGeom prst="roundRect">
            <a:avLst>
              <a:gd name="adj" fmla="val 2247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3050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front-end: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nginx:alpine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["8080:80"]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["3000:3000"]     # interface provida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  # interface requerida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50292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21797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09550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interface provida da UML.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275958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267538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interface requerida.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3339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325526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corresponde à porta publicada do container.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67550" y="3919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34250" y="383514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imagem tem uma responsabilidade.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561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521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os serviços de fronteira publicam porta para fora.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só documentada depende de revisão manual. Na topologia ela é imposta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continua, agora com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Área pública e área com login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70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CONVITE PÚBLICO, SEM LOGIN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7025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60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600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Qualquer pessoa com o link acessa.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907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67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link é compartilhado no grupo da família e as confirmações de presença chegam em pico.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55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1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É por esta área que o container da API ganha réplicas, e para isso ela não pode guardar sessão em memória nem gravar upload em disco local.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56070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PAINEL DO ANFITRIÃO, COM LOGIN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77025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3160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305600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a anfitriã acessa.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6907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5867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pessoa por evento, carga baixa, sem necessidade de réplica.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mostra o ambiente e a topologia. A implementação do produto começa em outubro.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02118"/>
            <a:ext cx="10820400" cy="3762375"/>
          </a:xfrm>
          <a:prstGeom prst="roundRect">
            <a:avLst>
              <a:gd name="adj" fmla="val 2025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1911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54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197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     IMAGE   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front-end   nginx:alpine   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api         node:22-alpine 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     postgres:16   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exec db psql -U app -c "create table t()"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54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69309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7404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ser perdidos quando o container é removido. A decisão de implantação impõe uma restrição às camadas superiores.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vs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confirmou o risco: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02230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602230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602230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830830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98323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Instalação manual pelo README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298323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298323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0939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33216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633216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633216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95820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08203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408203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408203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0702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473702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53085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53085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53085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8558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6891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monolito num servidor só, que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time sem integração contínua, para quem é só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76891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2174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1134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para adotar é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VANTAGENS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0218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fica descrito num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0881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9890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é editar uma linha do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roda no notebook, no pipeline e na apresentação do produto.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3378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2387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replicar só a API, se o caminho do convite público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0218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8366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8450" y="37376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Container com estado continua exigindo backup e upgrade de versão maior do banco.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817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84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camada a mais de build e orquestração para os quatro aprenderem.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