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Sprint 2 tem uma Questão Norteadora a responder: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559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06552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85597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06552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5140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8882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9837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4122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84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22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60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984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366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747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128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5099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8912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2724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6537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03545"/>
            <a:ext cx="28575" cy="56578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48449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Linux, então no Windows o Docker Desktop roda o engine sobre o WSL2, que fornece um kernel Linux real numa máquina virtual leve. Esta saída é dessa distro.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freia. Piora as requisições mais lentas e quase não mexe na média, por isso passa despercebido.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25742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9719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052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4766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09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98132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1146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298132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54342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42887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524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0510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37172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8289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0956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66712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93382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72135"/>
            <a:ext cx="28575" cy="66196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453085"/>
            <a:ext cx="10629900" cy="795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A3A44"/>
                </a:solidFill>
                <a:latin typeface="Roboto"/>
              </a:rPr>
              <a:t>A imagem é construída a partir de um Dockerfile, o arquivo de texto que declara a base e os passos, e circula entre máquinas por um registry. Cada instrução vira uma camada, e por isso 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sistema inteiro em 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ou três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DO BACK-END FICAM NA MESMA IMAGEM NOS TRÊS DESENHOS.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entra no ADR, o documento de decisões arquiteturais da Sprint 2. O Docker também usa a palavra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, mas para o empilhamento do sistema de arquivos da imagem, que é outra coisa 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DOIS DIAGRAMAS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67250" y="38671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81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da Sprint 2.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7222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61327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52241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291203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23913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5130165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613279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670429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622804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899029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899029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180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 qualidade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38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243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2526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passa a ser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87489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77583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atravessa notebook, pipeline e a demonstração do T3.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625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52640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28825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38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6231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5241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737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469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da Sprint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