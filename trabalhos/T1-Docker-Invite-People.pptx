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450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346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242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chroot à padronização OCI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9882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55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50333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79882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303276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308991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318510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318510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287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5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183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087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4928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4360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34078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303276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Vantagens no vocabulário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Aula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534793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08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915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222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4127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534793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521436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7992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1889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785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71068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8256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27304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756154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2756154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Critérios de contraindicação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41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30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205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48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5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556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546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41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50810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507149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BALANÇO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06419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4899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3947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306419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294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decidida. Com Dockerfile, trocar runtime ou banco é editar uma linha de arquivo em vez de reinstalar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DEPOIS, NO NOSSO REPOSITÓRIO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problema de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ao arquivo de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99410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89885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3837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28847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308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9124950" y="2889885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899410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3175635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3175635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