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82892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00375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91477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0481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6722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5339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33387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93382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6712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82892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000375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11467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6717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6242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505325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43150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4273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343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00723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9230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58711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5029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1669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0827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Só o serviço público precisa de réplicas.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kubernetes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676400"/>
            <a:ext cx="1809750" cy="1809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Saiu o adaptador embutido que falava com o Docker Engine. O formato das imagens é o da OCI e continuou funcionando.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é aplicada antes das regras do administrador, então um bloqueio de firewall na porta publicada não tem efeito.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necessária porque o Git Bash falha no Windows sem ela. Os ambientes do time já divergiam antes do primeiro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Esse arquivo é a base do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