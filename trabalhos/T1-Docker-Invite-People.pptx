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8450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2346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6242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46290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46290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No Docker Desktop em Windows o daemon e os containers rodam numa distro própria, com namespace de PID separado, então ps na distro de trabalho não mostraria container nenhum.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892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9882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941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0845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55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50333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clone e unshare criam um namespace. setns entra num que já existe.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5892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79882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30941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0845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memory.max não deixa lento: o kernel mata e o Docker reporta 137.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0861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352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434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7090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613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root do POSIX fatiado em cerca de quarenta bits independentes,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perfil padrão bloqueia cerca de 44 chamadas de sistema de mais de trezentas.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303276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308991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318510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318510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0" y="251460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0" y="30944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367436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4254246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287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5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140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183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8087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4928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4360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34078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303276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Vantagens no vocabulário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Aula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2524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 AULA 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534793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300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8205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Modularidade.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608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Reusabilidade.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915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Compreensibilidade.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222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4127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Extensibilidade.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32524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COM CONTAINER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534793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8300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8205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responsabilidade por imagem, com fronteira declarada.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700" y="521436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Trocar runtime ou banco é editar uma linha, não reinstalar quatro notebooks.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7992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1889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escreve a regra de DNAT antes das regras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5785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I/O de bind mount atravessando a fronteira da máquina virtual no WSL2.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71068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8256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527304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4950" y="2756154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2756154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889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5529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41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938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898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30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2059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48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15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556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546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45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41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69938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6898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50810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507149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Compose é de host único. O MVP cabe num host. Kubernetes entraria com múltiplos nós, e é tema de outro grupo.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GANHO E CUSTO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quatro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5464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06419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3594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499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O ambiente passa a ser versionado junto com o código.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542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447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48999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3947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Ganha isolamento.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85464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306419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3594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3499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Herda uma superfície nova: imagem base e privilégio de execução.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41542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41447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0398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294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8190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decidida. Com Dockerfile, trocar runtime ou banco é editar uma linha de arquivo em vez de reinstalar em quatro notebooks.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903982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2955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32955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99410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89885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3837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28847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00728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#56 e #57 da Sprint 1 seguem em Doing.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6308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Sprint 2 fecha no dia 14.</a:t>
            </a:r>
          </a:p>
        </p:txBody>
      </p:sp>
      <p:sp>
        <p:nvSpPr>
          <p:cNvPr id="13" name="Document 12"/>
          <p:cNvSpPr/>
          <p:nvPr/>
        </p:nvSpPr>
        <p:spPr>
          <a:xfrm>
            <a:off x="9124950" y="2889885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899410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3175635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3175635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6771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0357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944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1618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3748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7334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0921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45074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