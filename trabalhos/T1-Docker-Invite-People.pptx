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projeto ainda não decidiu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383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528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862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575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909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622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956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622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243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098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050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860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526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098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765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480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147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9908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1623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0767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100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291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6958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4958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0957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290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9908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1623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2766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291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243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6672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19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179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documento de decisões arquiteturais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vai usar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16446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05549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a mesma imagem que rodou no desenvolvimento, sem reconfigurar máquina.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52030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41134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é o documento de decisões arquiteturais que vai registrar isso.</a:t>
            </a:r>
          </a:p>
        </p:txBody>
      </p:sp>
      <p:sp>
        <p:nvSpPr>
          <p:cNvPr id="14" name="Chevron 13"/>
          <p:cNvSpPr/>
          <p:nvPr/>
        </p:nvSpPr>
        <p:spPr>
          <a:xfrm>
            <a:off x="9124950" y="2065020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06502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341245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341245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próxima sprint, que vai definir as tecnologias e os mecanismos da implementação.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projeto.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313938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arquitetura seguem em aberto.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15290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documento de decisões arquiteturais,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313938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323463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599688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599688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2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3493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6965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024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4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6990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70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762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37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437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8053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71125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272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17874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7403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64623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