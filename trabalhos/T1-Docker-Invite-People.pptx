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4456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33667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2846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17563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1235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01459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 e três camadas no 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2, que é a pergunta que a sprint precisa responder, é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336673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6198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22423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22423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item #60,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trocada. É a substituibilidade da Aula 05, aplicada ao próprio Docker.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porta, e o banco fica na rede interna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0448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dado sobrevive ao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 ficar num volume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1636776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2208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de desempenho entra aqui sem medição feita pelo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#63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59054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27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9149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57707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642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