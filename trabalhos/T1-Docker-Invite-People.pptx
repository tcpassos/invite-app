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Em 2022 o Kubernetes removeu o adaptador que falava com o Docker Engine e as imagens continuaram funcionando, porque o formato é o da OCI.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opções. Os rascunhos dos próximos slides seguem a de três, e a escolha final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7177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43225"/>
            <a:ext cx="3810000" cy="20574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85762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9909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1007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4767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27672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87667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0997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77177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943225"/>
            <a:ext cx="3810000" cy="20574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05752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1002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052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429125"/>
            <a:ext cx="339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95500"/>
            <a:ext cx="5905500" cy="3390900"/>
          </a:xfrm>
          <a:prstGeom prst="roundRect">
            <a:avLst>
              <a:gd name="adj" fmla="val 2247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3050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front-end: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nginx:alpine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["8080:80"]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["3000:3000"]     # interface provida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  # interface requerida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5029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21797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09550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27595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267538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3339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325526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67550" y="3919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4250" y="383514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os serviços de fronteira publicam porta para fora.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Área pública e área com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CONVITE PÚBLICO, SEM LOGIN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025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Qualquer pessoa com o link acessa.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link é compartilhado no grupo da família e as confirmações de presença chegam em pico.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55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1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É por esta área que o container da API ganha réplicas, e para isso ela não pode guardar sessão em memória nem gravar upload em disco local.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PAINEL DO ANFITRIÃO, COM LOGIN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77025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a anfitriã acessa.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pessoa por evento, carga baixa, sem necessidade de réplica.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02118"/>
            <a:ext cx="10820400" cy="3762375"/>
          </a:xfrm>
          <a:prstGeom prst="roundRect">
            <a:avLst>
              <a:gd name="adj" fmla="val 2025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1911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54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197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     IMAGE   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front-end   nginx:alpine   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api         node:22-alpine 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     postgres:16   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exec db psql -U app -c "create table t()"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54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69309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7404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vs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0223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60223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60223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3083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8323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Instalação manual pelo README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298323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298323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0939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3321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3321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3321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95820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8203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08203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08203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0702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473702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3085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3085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3085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8558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replicar só a API, se o caminho do convite público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8366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8450" y="37376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17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4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camada a mais de build e orquestração para os quatro aprenderem.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812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3907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562225"/>
            <a:ext cx="4762500" cy="2209800"/>
          </a:xfrm>
          <a:prstGeom prst="roundRect">
            <a:avLst>
              <a:gd name="adj" fmla="val 2586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733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800" y="4333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9244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necessária porque o Git Bash falha no Windows sem ela. Os ambientes do time já divergiam antes do primeiro código do produto.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2250" y="21812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72250" y="23907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72250" y="2562225"/>
            <a:ext cx="4762500" cy="2209800"/>
          </a:xfrm>
          <a:prstGeom prst="roundRect">
            <a:avLst>
              <a:gd name="adj" fmla="val 2586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800" y="2733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front-end: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nginx:alpine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4333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2250" y="49244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Esse arquivo é a base do diagrama de implantação.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