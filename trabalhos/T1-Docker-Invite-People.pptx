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0" y="381000"/>
            <a:ext cx="4000500" cy="4000500"/>
          </a:xfrm>
          <a:prstGeom prst="roundRect">
            <a:avLst>
              <a:gd name="adj" fmla="val 50000"/>
            </a:avLst>
          </a:prstGeom>
          <a:solidFill>
            <a:srgbClr val="331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756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661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Escopo e divisão</a:t>
            </a:r>
          </a:p>
          <a:p>
            <a:pPr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da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955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7300" y="20574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Introdução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0" y="20859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Guilherme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193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289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25908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Definições e arquitetura da tecnologia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0" y="26193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Tiago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527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1623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" y="31242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0" y="31527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Gabriel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861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957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36576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6861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291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41910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Considerações finais e referências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0" y="42195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529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A implementação do produto começa na Sprint 4, em 06/10, então a demonstração de hoje é do ambiente e não do produto. Cada integrante responde pelo próprio bloco na arguição.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35280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39225" y="310515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24950" y="2857500"/>
            <a:ext cx="990600" cy="190500"/>
          </a:xfrm>
          <a:prstGeom prst="roundRect">
            <a:avLst/>
          </a:prstGeom>
          <a:solidFill>
            <a:srgbClr val="E94D1C"/>
          </a:solidFill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0510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92011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37782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3554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9325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5096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20868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66639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Kubernetes remove o Docker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6667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2915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57825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Na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669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SOMENTE LEITURA, ENDEREÇADAS POR DIGEST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5433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36766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0480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1813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552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686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0002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750" y="20955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22764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67250" y="2057400"/>
            <a:ext cx="0" cy="18859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48250" y="24003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8250" y="26479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8250" y="32385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8250" y="34861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2114550"/>
            <a:ext cx="8572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3200400"/>
            <a:ext cx="990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3638550"/>
            <a:ext cx="9906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OCI, FUNDADA EM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um exemplo da substituibilidade por compatibilidade de interface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09900"/>
            <a:ext cx="438150" cy="43815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486900" y="3143250"/>
            <a:ext cx="323850" cy="1714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06000" y="3009900"/>
            <a:ext cx="438150" cy="4381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1930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26695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4193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4765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2724150"/>
            <a:ext cx="24193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838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30289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219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4480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5052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26695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24193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24765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26695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29275" y="2724150"/>
            <a:ext cx="1123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7375" y="2838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7375" y="30289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7375" y="3219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4480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5052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760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190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190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20100" y="2266950"/>
            <a:ext cx="933450" cy="1504950"/>
          </a:xfrm>
          <a:prstGeom prst="roundRect">
            <a:avLst>
              <a:gd name="adj" fmla="val 510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15350" y="2724150"/>
            <a:ext cx="742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3450" y="2838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3450" y="30289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3450" y="3219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6785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215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15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7600" y="3886200"/>
            <a:ext cx="28384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7600" y="4095750"/>
            <a:ext cx="28384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00" b="0" i="1">
                <a:solidFill>
                  <a:srgbClr val="6B6B78"/>
                </a:solidFill>
                <a:latin typeface="Roboto"/>
              </a:rPr>
              <a:t>layer</a:t>
            </a:r>
            <a:r>
              <a:rPr sz="1200" b="0" i="0">
                <a:solidFill>
                  <a:srgbClr val="6B6B78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000250"/>
            <a:ext cx="3810000" cy="2286000"/>
          </a:xfrm>
          <a:prstGeom prst="rect">
            <a:avLst/>
          </a:prstGeom>
          <a:noFill/>
          <a:ln w="254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1526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431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27051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8384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0480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33718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34861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36766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1907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28575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3638550"/>
            <a:ext cx="409575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37909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383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22098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31242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32575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36766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37433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3543300"/>
            <a:ext cx="0" cy="1333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7750" y="3124200"/>
            <a:ext cx="952500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33950" y="2914650"/>
            <a:ext cx="571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0383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22098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23241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32766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33718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37719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5905500" cy="4381500"/>
          </a:xfrm>
          <a:prstGeom prst="roundRect">
            <a:avLst>
              <a:gd name="adj" fmla="val 1739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171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419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2667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914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162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409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3657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3905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152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400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  condition: service_healthy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4648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" y="48958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450" y="51435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healthcheck: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450" y="53911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test: ["CMD-SHELL", "pg_isready -U app"]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" y="56388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volumes: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" y="58864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dados:/var/lib/postgresql/data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197167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962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0" y="25134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25039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0" y="30552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4250" y="30457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5970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4250" y="35874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95600"/>
            <a:ext cx="381000" cy="6858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67850" y="3200400"/>
            <a:ext cx="381000" cy="3810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77300" y="3638550"/>
            <a:ext cx="104775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6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95950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KUBERNETES 1.24, 2022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03473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39394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335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2405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351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2564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7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724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994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8996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6219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5267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025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00025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00025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2885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812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23812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23812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2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300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300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28300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550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7888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327888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327888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038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2770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372770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372770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0526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72618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71665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CONSIDERAÇÕES FINAIS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00977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RETOMANDO A EVIDÊNCIA INICIAL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679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32727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883920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800" y="2009775"/>
            <a:ext cx="2438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3920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1125" y="2286000"/>
            <a:ext cx="250507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1452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050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612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0659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7883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86931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8043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7091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8203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0725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4474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4352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 · FOWLER, M. Patterns of Enterprise Application Architecture.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4634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3682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