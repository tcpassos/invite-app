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4456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33667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2846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17563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12356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01459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no Guia da Arquitetura, com MVC no front-end e três camadas no back-end.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9625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85355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Questão Norteadora da Sprint 2, que é a pergunta que a sprint precisa responder, é como os componentes serão distribuídos e implantados no ambiente de execução.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336673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6198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22423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22423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As três camadas do back-end já estão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Falta decidir em quantos processos separados elas vão rodar.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Marcos do isolamento de processos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35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29335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que é o hash do próprio conteúdo.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item #60, com a imagem entrando como artefato e o container como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PROCESSO VISTO DO HOST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83118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292668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35518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78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816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54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92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30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69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007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45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83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721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59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97842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78792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Saída da distro docker-desktop do WSL.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OS DOIS MECANISMOS DO KERNEL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própria, e é por isso que dois containers conseguem escutar na mesma porta.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ele freia o processo, o que piora as requisições mais lentas e quase não mexe na média, por isso é mais difícil de perceber.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36220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40767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2100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5814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7147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30861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2194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308610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6482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53365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6289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80987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47650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93370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20040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7190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403860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login do anfitrião, 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13372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6300" y="44752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439102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6300" y="509320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009007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2894457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2951607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180207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180207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PADRONIZAÇÃO, DESDE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substituibilidade por compatibilidade de interface, e a seção 03 traz um caso real disso.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mesmas três camadas lógicas,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empacotadas de três jeitos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4574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O FRONT-END E O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7051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7813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8384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0670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1813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4099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6385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886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3943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7051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3718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4290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7051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29241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0384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2670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4956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7623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8195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7051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0670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1813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4099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6385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3243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5339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 #63, o documento de decisões arquiteturais da Sprint 2.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implantação, 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é um nó e a imagem é um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53000" y="3886200"/>
            <a:ext cx="95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67550" y="25892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67550" y="316915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67550" y="374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67550" y="43289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 #63.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fronteira aumenta a coesão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muda a forma do 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só, que é mais coesão.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o serviço de fronteira publica porta, e o banco fica na rede interna sem mapeamento nenhum.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04482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9408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7193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Marina é a persona da anfitriã, e a jornada dela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front-end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quando o container é derrubado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DESVANTAGENS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porte, o que afeta quem for usar isto fora da faculdade.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9124950" y="2474976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93530" y="2532126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4950" y="2760726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0" y="2760726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máquina virtual tem kernel próprio.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entre ela e o host é imposta em hardware.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39860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8820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a superfície de ataque fica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container compartilha o kernel do host.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817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dele é a interface de chamadas de sistema, que são mais de trezentas, somadas a /proc, /sys e ioctl.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CVE-2019-5736 mostrou o risco na prática, porque o processo de dentro conseguia sobrescrever o binário do runtime pelo /proc/self/exe.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o ADR #63 precisa registrar que container não dá o mesmo isolamento de uma máquina virtual.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Quatro critérios para não conteinerizar,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668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8513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7473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6668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1153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011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Efeito nos atributos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de qualidade do projeto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034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1989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5997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0564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Cada imagem tem uma responsabilidade e uma fronteira declarada, que é modularidade e reusabilidade.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3061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21202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ambiente vira arquivo legível, versionado junto com o código, e com isso ganha compreensibilidade.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01250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91839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Extensibilidade sai barata, porque trocar runtime ou banco é editar uma linha de arquivo.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7188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6247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T3, o que ajuda a manutenibilidade.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566413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55700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escalabilidade fica seletiva, e só vale se a aplicação for mesmo sem estado.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01034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2700" y="221989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81750" y="25997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250564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Segurança ganha isolamento e herda uma superfície nova, que é a imagem base e o privilégio de execução.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33061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321202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Desempenho custa, principalmente I/O nas máquinas Windows, e a Aula 03 já avisa que camada extra prejudica desempenho.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ENTRADA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1417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grupo recomenda adotar conteinerização como estratégia de empacotamento e de ambiente de desenvolvimento, com o custo declarado junto.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9806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#63 é onde ela será registrada.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304228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1975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repositório tem uma linha de .gitattributes forçando LF nos scripts, porque sem ela o Git Bash quebra no Windows.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1975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Existe um arquivo que descreve o ambiente inteiro e que qualquer um dos quatro sobe com um comando.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mesmo arquivo é o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Document 8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FONTES CITADAS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34734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278320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2190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38812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31711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47529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850" y="51888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850" y="562470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