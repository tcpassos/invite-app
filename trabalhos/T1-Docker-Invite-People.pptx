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7741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38696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2981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2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0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8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70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52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33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14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395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7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5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53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692140"/>
            <a:ext cx="28575" cy="18859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7309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não deixa lento, o kernel mata o processo.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root do POSIX fatiado em privilégios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perfil padrão bloqueia parte das chamadas de sistema disponíveis.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5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183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087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4928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10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75158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0006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59054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903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2950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08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68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73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516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8234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9308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2849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275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33650"/>
            <a:ext cx="247650" cy="280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E"/>
                </a:solidFill>
                <a:latin typeface="Roboto"/>
              </a:rPr>
              <a:t>Modularidade e reusabilidade.</a:t>
            </a:r>
            <a:r>
              <a:rPr sz="1500" b="0" i="0">
                <a:solidFill>
                  <a:srgbClr val="1A1A1E"/>
                </a:solidFill>
                <a:latin typeface="Roboto"/>
              </a:rPr>
              <a:t> Uma responsabilidade por imagem, com fronteira declarada.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84220"/>
            <a:ext cx="247650" cy="280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E"/>
                </a:solidFill>
                <a:latin typeface="Roboto"/>
              </a:rPr>
              <a:t>Compreensibilidade.</a:t>
            </a:r>
            <a:r>
              <a:rPr sz="1500" b="0" i="0">
                <a:solidFill>
                  <a:srgbClr val="1A1A1E"/>
                </a:solidFill>
                <a:latin typeface="Roboto"/>
              </a:rPr>
              <a:t> O ambiente vira arquivo legível, versionado junto com o código.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34790"/>
            <a:ext cx="247650" cy="280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E"/>
                </a:solidFill>
                <a:latin typeface="Roboto"/>
              </a:rPr>
              <a:t>Extensibilidade.</a:t>
            </a:r>
            <a:r>
              <a:rPr sz="1500" b="0" i="0">
                <a:solidFill>
                  <a:srgbClr val="1A1A1E"/>
                </a:solidFill>
                <a:latin typeface="Roboto"/>
              </a:rPr>
              <a:t> Trocar runtime ou banco é editar uma linha de arquivo.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85360"/>
            <a:ext cx="247650" cy="280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500" b="0" i="0">
                <a:solidFill>
                  <a:srgbClr val="1A1A1E"/>
                </a:solidFill>
                <a:latin typeface="Roboto"/>
              </a:rPr>
              <a:t> A mesma imagem atravessa notebook, pipeline e a demonstração funcional do T3.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35930"/>
            <a:ext cx="247650" cy="280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50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2533650"/>
            <a:ext cx="247650" cy="280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00" b="0" i="0">
                <a:solidFill>
                  <a:srgbClr val="1A1A1E"/>
                </a:solidFill>
                <a:latin typeface="Roboto"/>
              </a:rPr>
              <a:t> Ganha isolamento, e herda uma superfície nova: imagem base e privilégio de execução.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84220"/>
            <a:ext cx="247650" cy="280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50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6176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