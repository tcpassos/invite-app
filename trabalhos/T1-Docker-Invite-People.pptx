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Invite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4456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336673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28460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175635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12356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01459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no Guia da Arquitetura, com MVC no front-end e três camadas no back-end.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96252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85355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Questão Norteadora da Sprint 2, que é a pergunta que a sprint precisa responder, é como os componentes serão distribuídos e implantados no ambiente de execução.</a:t>
            </a:r>
          </a:p>
        </p:txBody>
      </p:sp>
      <p:sp>
        <p:nvSpPr>
          <p:cNvPr id="13" name="Donut 12"/>
          <p:cNvSpPr/>
          <p:nvPr/>
        </p:nvSpPr>
        <p:spPr>
          <a:xfrm>
            <a:off x="9124950" y="2336673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346198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622423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622423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As três camadas do back-end já estão decididas.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Falta decidir em quantos processos separados elas vão rodar.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448050"/>
            <a:ext cx="1676400" cy="2476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53500" y="3143250"/>
            <a:ext cx="1676400" cy="247650"/>
          </a:xfrm>
          <a:prstGeom prst="roundRect">
            <a:avLst/>
          </a:prstGeom>
          <a:solidFill>
            <a:srgbClr val="C04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0" y="2838450"/>
            <a:ext cx="1676400" cy="2476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TIAGO · 6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LINHA DO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Marcos do isolamento de processos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629150"/>
            <a:ext cx="28575" cy="47777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DUAS DEFINIÇÕES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335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27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62700" y="29335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817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84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que é o hash do próprio conteúdo.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817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84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São essas duas definições que decidem o desenho do item #60, com a imagem entrando como artefato e o container como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O KERNEL ENXERGA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Um container é um processo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 por namespaces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83118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292668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35518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578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816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054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292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530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690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0071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2452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483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721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959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597842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578792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Saída da distro docker-desktop do WSL. O mesmo processo tem PID 1 dentro do container e outro PID no host, que é o que o namespace de PID faz. É por isso que no nosso diagrama de implantação o container aparece dentro do host, e não como máquina separada.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NAMESPACES E CGROUPS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isolam a visão.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Cgroups limitam o consumo.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455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própria, e é por isso que dois containers conseguem escutar na mesma porta.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3088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520484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front-end, a API e o banco do projeto rodarem no mesmo host sem conflito de porta.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não isolam nada, eles contabilizam e limitam o consumo de recursos.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3455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Quando o processo estoura o limite de memória ele não fica lento, o kernel mata ele.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não mata, ele freia o processo, o que piora as requisições mais lentas e quase não mexe na média, por isso é mais difícil de perceber.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ESTRUTURA DA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Camadas somente leitura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a camada de escrita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343150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40576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41910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35623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36957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30670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32004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0550" y="3067050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950" y="462915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514600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7750" y="26098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" y="2790825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57750" y="2457450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257800" y="29146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1813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7528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40195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638800"/>
            <a:ext cx="28575" cy="42748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Um Dockerfile que copia um .env e faz RUN rm na instrução seguinte produz uma imagem em que o segredo continua legível. No nosso caso o segredo seria a senha do banco e o segredo de sessão do login do anfitrião, o UC001.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PILHA DE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CLI, dockerd, containerd,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shim e runc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2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2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9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28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48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8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5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24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43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43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19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39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15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67250" y="3133725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6300" y="447522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4391025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6300" y="509320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009007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trocada. É a substituibilidade da Aula 05, aplicada ao próprio Docker.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RESTRIÇÃO DE PRIVILÉGIO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Capabilities, seccomp e LSM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fatiam o root do POSIX em privilégios independentes, que podem ser derrubados e devolvidos um a um.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8423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entram por cima de tudo, pelo módulo de segurança do próprio kernel.</a:t>
            </a:r>
          </a:p>
        </p:txBody>
      </p:sp>
      <p:sp>
        <p:nvSpPr>
          <p:cNvPr id="11" name="Isosceles Triangle 10"/>
          <p:cNvSpPr/>
          <p:nvPr/>
        </p:nvSpPr>
        <p:spPr>
          <a:xfrm>
            <a:off x="9124950" y="2894457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93530" y="2951607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CUIDADO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3180207"/>
            <a:ext cx="38100" cy="6035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0" y="3180207"/>
            <a:ext cx="2171700" cy="1175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opção --privileged devolve tudo de uma vez e ainda desliga o seccomp.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OCI, FUNDADA EM 2015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a substituibilidade por compatibilidade de interface da Aula 05, e o Bloco D traz um caso real.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GABRIEL · 6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da Sprint 2 e o arquivo de compose, com o número de cada task.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CAMADA LÓGICA E TIER, AULA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mesmas três camadas lógicas,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empacotadas de três jeitos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562225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AS TRÊS CAMADAS LÓGICAS FICAM SEMPRE NA MESMA IMAGEM. O QUE MUDA É ONDE O FRONT-END E O BANCO RODAM.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809875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9650" y="28860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9650" y="29432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3171825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8225" y="32861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5147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5" y="37433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9650" y="39909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9650" y="40481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2425" y="2809875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5775" y="3476625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5775" y="3533775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5925" y="2809875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62600" y="3028950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91175" y="31432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3718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1175" y="36004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9275" y="3867150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9275" y="3924300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2425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front-end separado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3900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5330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330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05800" y="2809875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20100" y="3171825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48675" y="32861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5147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8675" y="37433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5365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26795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795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429125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9000" y="4638675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5638800"/>
            <a:ext cx="28575" cy="641223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Nenhuma das três muda uma linha do projeto lógico. Todas mudam o empacotamento, e essa escolha é entrada do ADR #63, o documento de decisões arquiteturais da Sprint 2. Cuidado com o vocabulário: Docker usa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 para o empilhamento do sistema de arquivos da imagem, que não tem relação com a camada lógica da Aula 03.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MODELAGEM UML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implantação, o container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é um nó e a imagem é um artefato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771775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29241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3114675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2050" y="3476625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3609975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2550" y="3819525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6850" y="4143375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7350" y="4257675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7350" y="4448175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2962275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3500" y="3629025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43500" y="4410075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43500" y="4562475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RASCUNHOS DOS ITENS #59 E #60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Mapeamento dos componentes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os nós do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0289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#59, DIAGRAMA DE COMPONENTES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32004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2395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395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7875" y="41148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47875" y="42481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7875" y="46672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47875" y="47339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38325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952750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762250" y="4533900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67250" y="4133850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953000" y="3886200"/>
            <a:ext cx="95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#72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30289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#60, DIAGRAMA DE IMPLANTAÇÃO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1250" y="32004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1750" y="33147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17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628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19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485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7439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30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296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81750" y="42672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1750" y="43624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resolução por nome de serviço  ·  #75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1750" y="4762500"/>
            <a:ext cx="36195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6B6B78"/>
                </a:solidFill>
                <a:latin typeface="Roboto"/>
              </a:rPr>
              <a:t>#71 nós  ·  #73 imagem por tag e digest  ·  #74, #76 e #77 são passos de processo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INTERFACES NO ARQUIVO DE 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Onde ficam a interface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provida e a requerida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505075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3450" y="27146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9622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2099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4575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7052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9528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2005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4481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6958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9434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67550" y="25892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34250" y="2505075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pirulito da UML.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67550" y="316915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34250" y="3084957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soquete.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67550" y="37490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34250" y="3664839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67550" y="43289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34250" y="4244721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ainda não foi decidida e é assunto do ADR #63.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fronteira aumenta a coesão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muda a forma do acoplamento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imagem passa a ter uma responsabilidade só, que é mais coesão.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455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front-end não está na imagem da API, então a API não depende dele nem por acidente.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Só o serviço de fronteira publica porta, e o banco fica na rede interna sem mapeamento nenhum.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04482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94080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escrita na wiki depende de alguém revisar. A mesma regra na topologia é verificada pela estrutura, o que reduz a degradação arquitetural da Aula 02.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37193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não some, muda de forma e passa a ter latência, falha parcial e ordem de subida.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CONSEQUÊNCIA PARA 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Marina é a persona da anfitriã, e a jornada dela descreve o link caindo no grupo da família. Isso é pico no convite público, onde o convidado confirma presença, e uma pessoa só no painel, onde a anfitriã vê a lista.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4010025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sentido, e replicar o painel não faz.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1" name="Donut 10"/>
          <p:cNvSpPr/>
          <p:nvPr/>
        </p:nvSpPr>
        <p:spPr>
          <a:xfrm>
            <a:off x="9124950" y="2894457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180207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180207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Mesma imagem de front-end ou imagens separadas?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Entrada direta para o #59 e o #60. Ainda não decidida.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ANDREAS, COM TIAGO NA SEGURANÇA · 7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DEMONSTRAÇÃO, 90 SEGUNDOS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dado sobrevive ao container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se ficar num volume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4055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360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645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9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7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5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3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11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9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8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6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4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2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40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78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716905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6300" y="569785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morrer junto com o container. A decisão de implantação volta como restrição de projeto para as camadas de cima.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KUBERNETES 1.24, 2022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interface, no vocabulário da Aula 05.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LIMITAÇÕES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58394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47497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4229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31393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passa na frente da do administrador, então um deny de firewall na porta publicada não bloqueia nada.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2618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15290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Container com estado traz junto o problema de backup e o de upgrade de versão maior do banco, que não somem por estar em imagem.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51008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991862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Desktop é pago para empresa acima de certo porte, o que afeta quem for usar isto fora da faculdade.</a:t>
            </a:r>
          </a:p>
        </p:txBody>
      </p:sp>
      <p:sp>
        <p:nvSpPr>
          <p:cNvPr id="13" name="Isosceles Triangle 12"/>
          <p:cNvSpPr/>
          <p:nvPr/>
        </p:nvSpPr>
        <p:spPr>
          <a:xfrm>
            <a:off x="9124950" y="2474976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93530" y="2532126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2484501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REGRA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4950" y="2760726"/>
            <a:ext cx="38100" cy="1636776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34500" y="2760726"/>
            <a:ext cx="2171700" cy="2208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Dos quatro, o do daemon como root é o que atinge o projeto hoje, porque os quatro integrantes rodam na própria máquina.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Nenhum número de desempenho entra aqui sem medição feita pelo time.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Comparação pela</a:t>
            </a:r>
          </a:p>
          <a:p>
            <a:pPr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superfície de ataque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máquina virtual tem kernel próprio.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191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0872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entre ela e o host é imposta em hardware.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39860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38820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a superfície de ataque fica relativamente estreita.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container compartilha o kernel do host.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81750" y="3191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30872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dele é a interface de chamadas de sistema, que são mais de trezentas, somadas a /proc, /sys e ioctl.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CVE-2019-5736 mostrou o risco na prática, porque o processo de dentro conseguia sobrescrever o binário do runtime pelo /proc/self/exe.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53088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520484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o ADR #63 precisa registrar que container não dá o mesmo isolamento de uma máquina virtual.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Comparação com as outras opções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64739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0" y="2864739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2864739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093339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245739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3245739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0" y="3245739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7073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94557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000" y="3694557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0" y="3694557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43375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000" y="4143375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0" y="4143375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46836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500" y="4535043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92193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48000" y="4592193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4592193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91718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Quatro critérios para não conteinerizar,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a nossa situação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6668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primeiro é o monolito que roda num servidor só e nunca vai escalar.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8513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7473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segundo é o time sem integração contínua, que só ganha um passo de build a mais.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terceiro é a aplicação sensível a latência de cauda.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4408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53368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quarto é o sistema dominado por estado.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6668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41153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40113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Efeito nos atributos da Aula 03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das Questões Norteadoras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1759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327148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70205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61289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Cada imagem tem uma responsabilidade e uma fronteira declarada, que é a modularidade e a reusabilidade da Aula 03.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59054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50139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 ambiente vira arquivo legível, versionado junto com o código, e com isso ganha compreensibilidade.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2527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1635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Extensibilidade sai barata, porque trocar runtime ou banco é editar uma linha de arquivo.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491490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82574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A mesma imagem atravessa notebook, pipeline e a demonstração funcional do T3, o que ajuda a manutenibilidade.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850" y="557707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550" y="548792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A escalabilidade fica seletiva, e só vale se a aplicação for mesmo sem estado.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11759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62700" y="2327148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81750" y="270205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261289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Segurança ganha isolamento e herda uma superfície nova, que é a imagem base e o privilégio de execução.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336423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32750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Desempenho custa, principalmente I/O nas máquinas Windows, e a Aula 03 já avisa que camada extra prejudica desempenho.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RECOMENDAÇÃO PARA O ADR #63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Recomendação do grupo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14172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303276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grupo recomenda adotar conteinerização como estratégia de empacotamento e de ambiente de desenvolvimento, com o custo declarado junto.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9806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87172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#60 deixa de ser caixa genérica e passa a ter um arquivo correspondente que roda, e esse arquivo vira artefato do repositório.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8196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71068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stack ainda não está decidida, e o ADR #63 é onde ela será registrada.</a:t>
            </a:r>
          </a:p>
        </p:txBody>
      </p:sp>
      <p:sp>
        <p:nvSpPr>
          <p:cNvPr id="11" name="Chevron 10"/>
          <p:cNvSpPr/>
          <p:nvPr/>
        </p:nvSpPr>
        <p:spPr>
          <a:xfrm>
            <a:off x="9124950" y="3042285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318510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318510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Insumo direto da Sprint 3, que começa no dia 15 e tem como objetivo declarado definir as tecnologias e os mecanismos da implementação.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ANTES E DEPOIS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19754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repositório tem uma linha de .gitattributes forçando LF nos scripts, porque sem ela o Git Bash quebra no Windows.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319754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817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Existe um arquivo que descreve o ambiente inteiro e que qualquer um dos quatro sobe com um comando.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17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84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mesmo arquivo é o que vira o diagrama de implantação do item #60.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Pendências, com número de item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56120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3452241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itens #58 a #63 da Sprint 2 estão em To Do. Isto é insumo desses itens, não relato de item concluído.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429120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#63, onde a stack será decidida, ainda não foi escrito.</a:t>
            </a:r>
          </a:p>
        </p:txBody>
      </p:sp>
      <p:sp>
        <p:nvSpPr>
          <p:cNvPr id="9" name="Document 8"/>
          <p:cNvSpPr/>
          <p:nvPr/>
        </p:nvSpPr>
        <p:spPr>
          <a:xfrm>
            <a:off x="9124950" y="3452241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346176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24950" y="3737991"/>
            <a:ext cx="38100" cy="1664208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34500" y="3737991"/>
            <a:ext cx="2171700" cy="2235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FONTES CITADAS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34734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25818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278320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69405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2190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12991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38812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379209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431711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22795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850" y="475297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550" y="46638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850" y="51888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1550" y="50996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850" y="562470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1550" y="553554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