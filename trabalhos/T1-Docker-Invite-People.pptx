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no Guia da Arquitetura, com MVC no front e três camadas no back.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Questão Norteadora da Sprint 2 pergunta como os componentes serão distribuídos e implantados no ambiente de execução.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60726"/>
            <a:ext cx="38100" cy="8321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60726"/>
            <a:ext cx="2171700" cy="1403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TIAGO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46290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8526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346290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81750" y="38526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que é o hash do próprio conteúdo.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77415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38696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32981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27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08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89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709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52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33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14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3959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77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58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50539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692140"/>
            <a:ext cx="28575" cy="18859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67309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O mesmo processo tem PID 1 dentro do container e outro PID no host, que é o que o namespace de PID faz.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58593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68143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0579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95389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8526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6474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5434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própria, e é por isso que dois containers conseguem escutar na mesma 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458593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668143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30579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295389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81750" y="38526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6474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5434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ele freia o processo, o que piora as requisições mais lentas e quase não mexe na média, por isso é mais difícil de perceber.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431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57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91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62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95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670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004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670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291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146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098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908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574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146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813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195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38800"/>
            <a:ext cx="28575" cy="42748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login do anfitrião, 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894457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951607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180207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180207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OCI, FUNDADA EM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a substituibilidade por compatibilidade de interface da Aula 05, e o Bloco D traz um caso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GABRIEL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mesmas três camadas lógicas,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empacotadas de três jeitos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5622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8098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8860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9432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1718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2861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147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7433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9909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40481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8098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4766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5337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8098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30289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1432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718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6004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8671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9243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8098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1718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2861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5147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7433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291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6386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638800"/>
            <a:ext cx="28575" cy="641223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#63, o documento de decisões arquiteturais da Sprint 2.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implantação, 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é um nó e a imagem é um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só, que é mais coesão.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porta, e o banco fica na rede interna sem mapeamento nenhum.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04482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Marina é a persona da anfitriã, e a jornada dela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ANDREAS, COM TIAGO NA SEGURANÇA · 7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dado sobrevive ao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se ficar num volume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porte, o que afeta quem for usar isto fora da faculdade.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9124950" y="2474976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93530" y="2532126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2760726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2760726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906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8001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1899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0859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7206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6166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5154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4114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5906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8001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31899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30859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81750" y="37206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36166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7794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6754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atributos da Aula 03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2714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7020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Cada imagem tem uma responsabilidade e uma fronteira declarada, que é a modularidade e a reusabilidade da Aula 03.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59054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50139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 ambiente vira arquivo legível, versionado junto com o código, e com isso ganha compreensibilidade.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27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635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Extensibilidade sai barata, porque trocar runtime ou banco é editar uma linha de arquivo.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9149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8257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T3, o que ajuda a manutenibilidade.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557707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54879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escalabilidade fica seletiva, e só vale se a aplicação for mesmo sem estado.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232714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1750" y="27020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Segurança ganha isolamento e herda uma superfície nova, que é a imagem base e o privilégio de execução.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33642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32750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Desempenho custa, principalmente I/O nas máquinas Windows, e a Aula 03 já avisa que camada extra prejudica desempenho.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1417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grupo recomenda adotar conteinerização como estratégia de empacotamento e de ambiente de desenvolvimento, com o custo declarado junto.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9806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304228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Document 8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34734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278320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2190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8812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31711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47529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850" y="51888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850" y="562470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