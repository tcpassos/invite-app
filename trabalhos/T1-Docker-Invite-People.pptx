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pergunta desta apresentação é 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em jogo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Mais adiante, o mesmo ambiente que rodou no desenvolvimento também na entrega e na apresentação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15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7715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4594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5549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9834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41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9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7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5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3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1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8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6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4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2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360670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34162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764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7909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39243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295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429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800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933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8003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3624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2479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3431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1907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6479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146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861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29718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3133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2291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9312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470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955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5431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6193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6765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29051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0194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2480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766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7242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7814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5431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2099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2670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5431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7622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28765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1051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337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6004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6576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5431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29051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0194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2480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766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1624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719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883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93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531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240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200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469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42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10883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573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533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kubernetes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mostrou o risco na prática: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048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5048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9534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8494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que resta é o motivo que abriu a apresentação: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7645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624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6334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7129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613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463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3644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07645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porque sem ela o Git Bash quebra no Windows. Os ambientes do time já divergiam antes da primeira linha de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É ele que vira 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