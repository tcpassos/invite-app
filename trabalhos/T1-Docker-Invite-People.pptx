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0" y="381000"/>
            <a:ext cx="4000500" cy="4000500"/>
          </a:xfrm>
          <a:prstGeom prst="roundRect">
            <a:avLst>
              <a:gd name="adj" fmla="val 50000"/>
            </a:avLst>
          </a:prstGeom>
          <a:solidFill>
            <a:srgbClr val="331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38250" y="1447800"/>
            <a:ext cx="9525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50" b="1" i="0">
                <a:solidFill>
                  <a:srgbClr val="E94D1C"/>
                </a:solidFill>
                <a:latin typeface="Roboto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8250" y="2057400"/>
            <a:ext cx="9525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320" b="0" i="0">
                <a:solidFill>
                  <a:srgbClr val="FFFFFF"/>
                </a:solidFill>
                <a:latin typeface="Roboto"/>
              </a:rPr>
              <a:t>Um componente é uma unidade de composição com interfaces (contratos) especificadas e com dependências de contexto explícitas; um componente de software pode ser implantado de forma independente ou se combinar com outros.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8250" y="4610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8250" y="48387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B8AEE4"/>
                </a:solidFill>
                <a:latin typeface="Roboto"/>
              </a:rPr>
              <a:t>SOMMERVILLE, I. Engenharia de Software, 6ª ed., Addison Wesley, 2004. Citado na Aula 05, Arquiteturas Baseadas em Componentes.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A · Introdução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DEFINIÇÃO DE COMPONENTE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a definição se aplica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um serviço de container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Interface especificada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a porta publicada mais o contrato HTTP.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72487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36296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Dependência de contexto explícita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o Dockerfile mais as variáveis de ambiente.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35199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25674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Implantável de forma independente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subir aquele serviço sozinho.</a:t>
            </a:r>
          </a:p>
        </p:txBody>
      </p:sp>
      <p:sp>
        <p:nvSpPr>
          <p:cNvPr id="11" name="Document 10"/>
          <p:cNvSpPr/>
          <p:nvPr/>
        </p:nvSpPr>
        <p:spPr>
          <a:xfrm>
            <a:off x="9124950" y="2000250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FONTE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Aula 05, Arquiteturas Baseadas em Componentes.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ORIGEM DO 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tema saiu de um item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WORK ITEM #78 · CRIADO EM 05/09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T1, seminário sobre Docker e conteinerização.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Da descrição: o tema foi escolhido para alimentar o item #60.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WORK ITEM #60 · SPRINT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Modelar o diagrama de implantação (UML).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Sete tasks, de identificar os nós até a revisão por pares.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756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661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00025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Escopo e divisão</a:t>
            </a:r>
          </a:p>
          <a:p>
            <a:pPr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da apresentação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955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7300" y="20574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Introdução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0" y="20859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Guilherme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193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289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25908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Definições e arquitetura da tecnologia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8750" y="26193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Tiago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527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1623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" y="31242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8750" y="31527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Gabriel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861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957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36576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0" y="36861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291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7300" y="41910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Considerações finais e referências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0" y="42195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529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A implementação do produto começa na Sprint 4, em 06/10, então a demonstração de hoje é do ambiente e não do produto. Cada integrante responde pelo próprio bloco na arguição.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352800"/>
            <a:ext cx="990600" cy="1905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39225" y="3105150"/>
            <a:ext cx="990600" cy="1905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24950" y="2857500"/>
            <a:ext cx="990600" cy="190500"/>
          </a:xfrm>
          <a:prstGeom prst="roundRect">
            <a:avLst/>
          </a:prstGeom>
          <a:solidFill>
            <a:srgbClr val="E94D1C"/>
          </a:solidFill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O que o kernel faz quando alguém digita docker run, e por que a imagem é em camadas.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chroot à padronização OCI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0510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92011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37782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3554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9325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75096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20868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66639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Kubernetes remove o Docker 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6667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2915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57825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Na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86690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SOMENTE LEITURA, ENDEREÇADAS POR DIGEST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35433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36766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0480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1813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5527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6860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00025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750" y="20955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227647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67250" y="2057400"/>
            <a:ext cx="0" cy="18859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48250" y="24003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8250" y="26479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8250" y="32385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8250" y="34861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2114550"/>
            <a:ext cx="8572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3200400"/>
            <a:ext cx="9906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3638550"/>
            <a:ext cx="9906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00025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05740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OCI, FUNDADA EM 2015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um exemplo da substituibilidade por compatibilidade de interface da Aula 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 · Arquitetura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09900"/>
            <a:ext cx="438150" cy="43815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486900" y="3143250"/>
            <a:ext cx="323850" cy="1714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06000" y="3009900"/>
            <a:ext cx="438150" cy="4381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VOCABULÁRIO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Componente, artefato, nó,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e container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 DISCIPLINA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Componente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uma unidade coesa e de baixo acoplamento que denota a abstração de um serviço (Sommerville, 2004).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Artefato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conjunto de arquivos de código, bibliotecas e executáveis.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Nó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host.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DOCKER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Imagem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artefato mais o runtime e as bibliotecas de sistema.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Container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esse artefato em execução.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Docker usa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layer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para empilhamento de arquivos, sem relação com a camada lógica da Aula 03.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artefato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aparece na disciplina em dois sentidos: executável no diagrama de componentes, entregável no Scrum.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01930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26695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4193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4765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2724150"/>
            <a:ext cx="24193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838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30289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3219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4480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35052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26695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24193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24765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26695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29275" y="2724150"/>
            <a:ext cx="1123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7375" y="2838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7375" y="30289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7375" y="3219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4480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5052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6760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190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190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20100" y="2266950"/>
            <a:ext cx="933450" cy="1504950"/>
          </a:xfrm>
          <a:prstGeom prst="roundRect">
            <a:avLst>
              <a:gd name="adj" fmla="val 510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15350" y="2724150"/>
            <a:ext cx="742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53450" y="2838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3450" y="30289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53450" y="3219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6785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215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8215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7600" y="3886200"/>
            <a:ext cx="28384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7600" y="4095750"/>
            <a:ext cx="28384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Nenhuma das três muda uma linha do projeto lógico. Todas mudam o empacotamento. Docker obriga a escolher a granularidade em vez de deixá-la implícita, e essa escolha é entrada do ADR #63.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000250"/>
            <a:ext cx="3810000" cy="2286000"/>
          </a:xfrm>
          <a:prstGeom prst="rect">
            <a:avLst/>
          </a:prstGeom>
          <a:noFill/>
          <a:ln w="254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1526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431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27051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8384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0480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33718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34861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36766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1907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28575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3638550"/>
            <a:ext cx="409575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37909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0383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22098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31242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32575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36766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37433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3543300"/>
            <a:ext cx="0" cy="1333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7750" y="3124200"/>
            <a:ext cx="952500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33950" y="2914650"/>
            <a:ext cx="571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0383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22098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23241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32766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33718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37719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5905500" cy="4381500"/>
          </a:xfrm>
          <a:prstGeom prst="roundRect">
            <a:avLst>
              <a:gd name="adj" fmla="val 1739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171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419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2667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914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162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409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3657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3905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152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400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  condition: service_healthy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4648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" y="48958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450" y="51435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healthcheck: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450" y="53911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test: ["CMD-SHELL", "pg_isready -U app"]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" y="56388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volumes: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450" y="58864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dados:/var/lib/postgresql/data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197167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962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0" y="25134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4250" y="25039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0" y="30552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4250" y="30457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59702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4250" y="35874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 fronteira garante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o que ela não garante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GARANTE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NÃO GARANTE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Duas views sobre o mesmo Model,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perfis de 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6456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00025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95600"/>
            <a:ext cx="381000" cy="6858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467850" y="3200400"/>
            <a:ext cx="381000" cy="3810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77300" y="3638550"/>
            <a:ext cx="104775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6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95950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KUBERNETES 1.24, 2022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 · Estudo de caso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Vantagens no vocabulário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Aula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ELE CREDITA A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03473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39394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CADA UMA VIRA AQUI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335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92405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351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2564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67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724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994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48996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62197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85267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9124950" y="200025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3530" y="205740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Limitações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Segurança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0250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000250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000250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2885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812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23812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23812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062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300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28300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28300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1550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78886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3278886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3278886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0387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2770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372770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372770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05269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Alternativas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Critérios de contraindicação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72618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71665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Honestidade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CONSIDERAÇÕES FINAIS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Ganho e custo,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stack ainda não está decidida. Com Dockerfile, trocar runtime ou banco é editar uma linha de arquivo em vez de reinstalar em quatro notebooks.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00977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RETOMANDO A EVIDÊNCIA INICIAL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problema de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ao arquivo de 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6456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6798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32727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3" name="Document 12"/>
          <p:cNvSpPr/>
          <p:nvPr/>
        </p:nvSpPr>
        <p:spPr>
          <a:xfrm>
            <a:off x="8839200" y="2000250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800" y="2009775"/>
            <a:ext cx="24384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3920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1125" y="2286000"/>
            <a:ext cx="250507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PARA CONSULTAR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1452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90500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612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0659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7883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86931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8043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47091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8203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0725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4474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4352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 · FOWLER, M. Patterns of Enterprise Application Architecture.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4634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3682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