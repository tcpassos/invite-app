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contabilizam e limitam o consumo de recursos, sem isolar nada.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processo, sem degradação gradual.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002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147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48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194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528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241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575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241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862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3717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66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479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removida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145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7717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384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099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766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 e distribuída por um registry. Cada instrução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processo pai do container é o shim.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pode ser trocado por crun, gVisor ou Kata, e o engine por Podman. Em 2022 o Kubernetes removeu o adaptador que falava com o Docker Engine e as imagens continuaram funcionando, porque o formato é o da OCI.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opções. Os rascunhos dos próximos slides seguem a de três, e a escolha final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imagem. A camada lógica da arquitetura é outro conceito.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77177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43225"/>
            <a:ext cx="3810000" cy="20574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85762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39909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1007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4767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27672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87667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0997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77177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2943225"/>
            <a:ext cx="3810000" cy="20574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05752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1002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052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429125"/>
            <a:ext cx="339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95500"/>
            <a:ext cx="5905500" cy="3390900"/>
          </a:xfrm>
          <a:prstGeom prst="roundRect">
            <a:avLst>
              <a:gd name="adj" fmla="val 2247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3050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front: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nginx:alpine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["8080:80"]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["3000:3000"]     # interface provida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  # interface requerida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5029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21797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09550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interface provida da UML.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27595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267538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interface requerida.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3339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325526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67550" y="3919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4250" y="383514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os serviços de fronteira publicam porta para fora.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Réplicas só do container da API, por causa do convite público. O painel sozinho não justificaria.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mostra o ambiente e a topologia.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é aplicada antes das regras do administrador, então um bloqueio de firewall na porta publicada não tem efeito.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continua exigindo backup e upgrade de versão maior do banco.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6891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monolito num servidor só, que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time sem integração contínua, para quem é só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76891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174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134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para adotar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replicar só a API, se o caminho do convite público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necessária porque o Git Bash falha no Windows sem ela. Os ambientes do time já divergiam antes do primeiro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Esse arquivo é a base do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