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tem uma Questão Norteadora a responder: como os componentes serão distribuídos e implantados no ambiente de execução.</a:t>
            </a:r>
          </a:p>
        </p:txBody>
      </p:sp>
      <p:sp>
        <p:nvSpPr>
          <p:cNvPr id="12" name="Donut 11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383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528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862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575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909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622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956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622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5243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4098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5050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860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526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8098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765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480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9147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ADR, 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9908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1623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4099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5623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40767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2100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6291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6958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8671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4958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40957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8290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9908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1623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2766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5052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5814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7528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7528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2291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3243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6672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Donut 9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de arquitetura. Ainda não decidida.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540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499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é onde ela será registrada.</a:t>
            </a:r>
          </a:p>
        </p:txBody>
      </p:sp>
      <p:sp>
        <p:nvSpPr>
          <p:cNvPr id="10" name="Chevron 9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4950" y="3318510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4500" y="3318510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próxima sprint, que vai definir as tecnologias e os mecanismos da implementação.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projeto.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arquitetura estão em To Do. Isto é insumo desses itens, não relato de item concluído.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ADR, onde a stack será decidida, ainda não foi escrito.</a:t>
            </a:r>
          </a:p>
        </p:txBody>
      </p:sp>
      <p:sp>
        <p:nvSpPr>
          <p:cNvPr id="8" name="Document 7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2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3493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6965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6024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4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6990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703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762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337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2437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8053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71125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272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17874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7403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64623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