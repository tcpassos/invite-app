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Sprint 2 tem uma Questão Norteadora a responder: como os componentes serão distribuídos e implantados no ambiente de execução.</a:t>
            </a:r>
          </a:p>
        </p:txBody>
      </p:sp>
      <p:sp>
        <p:nvSpPr>
          <p:cNvPr id="12" name="Donut 11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760726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2760726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8882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9837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122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84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722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60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98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36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74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912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50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89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27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65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503545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8449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768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383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528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862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575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909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622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956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622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5243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4098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5050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860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526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8098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765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480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9147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ADR, 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Aula 03.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9908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1623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40767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2100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6291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6958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4958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40957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8290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9908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1623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2766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2291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3243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66725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Donut 9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de arquitetura. Ainda não decidida.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222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1327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52241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2391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5130165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613279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670429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622804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899029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899029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540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4999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precisa registrar que container não dá o mesmo isolamento de uma máquina virtual.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38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1243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02526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87489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77583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demonstração do T3.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625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52640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38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diagrama de implantação deixa de ser caixa genérica e passa a ter um arquivo correspondente que roda, e esse arquivo vira artefato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0" name="Chevron 9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318510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318510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próxima sprint, que vai definir as tecnologias e os mecanismos da implementação.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projeto.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Sprint 2, do #58 ao #63, estão em To Do. Isto é insumo desses itens, não relato de item concluído.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ADR #63, onde a stack será decidida, ainda não foi escrito.</a:t>
            </a:r>
          </a:p>
        </p:txBody>
      </p:sp>
      <p:sp>
        <p:nvSpPr>
          <p:cNvPr id="8" name="Document 7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2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3493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6965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024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4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6990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703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7628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3378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2437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8053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71125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2728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17874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7403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64623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