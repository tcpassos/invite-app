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Sprint 2 tem uma Questão Norteadora a responder: como os componentes serão distribuídos e implantados no ambiente de execução.</a:t>
            </a:r>
          </a:p>
        </p:txBody>
      </p:sp>
      <p:sp>
        <p:nvSpPr>
          <p:cNvPr id="12" name="Donut 11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2760726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2760726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335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335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diagrama de implantação, com a imagem entrando como artefato e o container como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88820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9837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4122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84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722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60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98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4366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747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9128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509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89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627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65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503545"/>
            <a:ext cx="28575" cy="56578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8449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Linux, então no Windows o Docker Desktop roda o engine sobre o WSL2, que fornece um kernel Linux real numa máquina virtual leve. Esta saída é dessa distro.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1768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0728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freia. Piora as requisições mais lentas e quase não mexe na média, por isso passa despercebido.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3837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528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0862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575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5909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622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0956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6227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52437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40982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5050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68605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5267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8098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765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480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9147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Dockerfile, o arquivo de texto que declara a base e os passos, e circula entre máquinas por um registry. Cada instrução vira uma camada, e por isso um Dockerfile que copia um .env e faz RUN rm na instrução seguinte produz uma imagem em que o segredo continua legível. No nosso caso o segredo seria a senha do banco e o segredo de sessão do login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574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7051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813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384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670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813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4099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385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86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43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7051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718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4290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7051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9241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384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670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956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623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8195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7051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670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813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4099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385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3243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5339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entra no ADR, o documento de decisões arquiteturais do projeto. O Docker também usa a palavra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, mas para o empilhamento do sistema de arquivos da imagem, que é outra coisa e não tem relação com a camada lógica da arquitetura em camadas.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9908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1623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4099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5623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4099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5623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40767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42100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6291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6958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8671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8671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4958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40957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829050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9908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31623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2766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7528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7528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2291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3243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667250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vira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da UML.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860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que só existe escrita depende de alguém lembrar de aplicar. Na topologia ela é garantida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anfitriã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Donut 9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4950" y="3180207"/>
            <a:ext cx="38100" cy="12344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0" y="3180207"/>
            <a:ext cx="2171700" cy="1805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os dois diagramas de arquitetura. Ainda não decidida.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7222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613279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452241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91203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23913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5130165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613279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670429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622804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899029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899029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8540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74999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ADR precisa registrar que container não dá o mesmo isolamento de uma máquina virtual.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38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231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737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1243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02526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passa a ser editar uma linha de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87489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77583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atravessa notebook, pipeline e a apresentação do projeto mais adiante.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62546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52640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38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6231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737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1417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grupo recomenda adotar conteinerização como estratégia de empacotamento e de ambiente de desenvolvimento, com o custo declarado junto.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9806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diagrama de implantação deixa de ser caixa genérica e passa a ter um arquivo correspondente que roda, e esse arquivo vira artefato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é onde ela será registrada.</a:t>
            </a:r>
          </a:p>
        </p:txBody>
      </p:sp>
      <p:sp>
        <p:nvSpPr>
          <p:cNvPr id="10" name="Chevron 9"/>
          <p:cNvSpPr/>
          <p:nvPr/>
        </p:nvSpPr>
        <p:spPr>
          <a:xfrm>
            <a:off x="9124950" y="304228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4950" y="3318510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0" y="3318510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próxima sprint, que vai definir as tecnologias e os mecanismos da implementação.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do projeto.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seis itens de modelagem da arquitetura seguem em aberto. Isto é insumo desses itens, não relato de item concluído.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ADR, onde a stack será decidida, ainda não foi escrito.</a:t>
            </a:r>
          </a:p>
        </p:txBody>
      </p:sp>
      <p:sp>
        <p:nvSpPr>
          <p:cNvPr id="8" name="Document 7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22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13493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6965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024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4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6990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8703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77628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3378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2437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8053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71125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2728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17874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7403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64623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