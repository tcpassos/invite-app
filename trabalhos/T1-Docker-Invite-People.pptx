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8450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 web de convites virtuais, com confirmação de presença e consolidação de restrições alimentares.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2346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Duas superfícies sobre o mesmo Model: o convite público sem login e o painel do anfitrião.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6242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Arquitetura registrada no Guia da Arquitetura: MVC no front e três camadas no 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0138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Questão Norteadora da Sprint 2: como os componentes serão distribuídos e implantados no ambiente de execução?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60726"/>
            <a:ext cx="38100" cy="8321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60726"/>
            <a:ext cx="2171700" cy="1403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TIAGO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OCI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 · SÍNTESE DOS MECANISMOS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46290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 · OCI IMAGE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346290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digest.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77415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38696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32981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27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08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89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709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52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33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14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3959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77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58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50539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692140"/>
            <a:ext cx="28575" cy="18859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67309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O mesmo processo tem PID 1 dentro do container e outro PID no host, que é o que o namespace de PID faz.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906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8001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954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0859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mnt dá árvore de montagem própria.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261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6166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pid faz o processo virar PID 1 lá dentro.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569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1473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net dá pilha de rede própria, por isso dois containers escutam na mesma 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5906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8001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0954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0859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isolam nada, apenas contabilizam e limitam o consumo.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38902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8806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o limite de memória não deixa lento, o kernel mata o processo.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68496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6754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Limite de CPU é throttling. Degrada latência de cauda, não a média, e por isso é mais difícil de diagnosticar.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431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57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91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62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95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670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004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670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291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146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098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908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574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146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813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195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38800"/>
            <a:ext cx="28575" cy="42748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086100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352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343400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97090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4961382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como LSM.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303276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308991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318510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318510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OCI, FUNDADA EM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a substituibilidade por compatibilidade de interface da Aula 05, e o Bloco D traz um caso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GABRIEL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Layer é camada lógica.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 é separação física.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5622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8098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8860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9432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1718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2861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147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7433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9909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40481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8098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4766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5337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8098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30289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1432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718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6004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8671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9243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8098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1718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2861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5147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7433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291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6386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638800"/>
            <a:ext cx="28575" cy="641223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ambiente de execução,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é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0" y="2514600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0" y="30944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367436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4254246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603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só, que é mais coesão.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608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5556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porta. O banco fica na rede interna sem mapeamento.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50333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56603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Marina descreve o link caindo no grupo da família. Pico no convite público (UC005), uma pessoa no painel (UC007).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sentido. Replicar o painel não.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4360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34078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303276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ANDREAS, COM TIAGO NA SEGURANÇA · 7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Volume nomeado e persistência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entre execuções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do UC003 e o CSV do UC008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6110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75158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0006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59054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3903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2950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Estado, que traz junto backup e upgrade de versão maior do banco.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0138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Licenciamento do Docker Desktop.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9124950" y="2751582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93530" y="2808732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761107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3037332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3037332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21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Kernel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Fronteira imposta em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8891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279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Superfície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9321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Compartilha o kernel do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é a interface de chamadas de sistema, mais de trezentas, mais /proc, /sys e ioctl.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5529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5434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CVE-2019-5736 no runc: o processo de dentro sobrescrevia o binário do runtime pelo /proc/self/exe.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12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08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261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2165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Monolito num servidor que nunca escala.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568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7473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Time sem integração contínua, que só ganha um passo de build a mais.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516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sensível a latência de cauda.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82349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50728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7212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9308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32261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2165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2849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275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atributos da Aula 03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2714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22423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Cada imagem tem uma responsabilidade e uma fronteira declarada, que é a modularidade e a reusabilidade da Aula 03.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10915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50139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 ambiente vira arquivo legível, versionado junto com o código, e com isso ganha compreensibilidade.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73093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1635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Extensibilidade sai barata, porque trocar runtime ou banco é editar uma linha de arquivo.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35271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8257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T3, o que ajuda a manutenibilidade.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97449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54879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escalabilidade fica seletiva, e só vale se a aplicação for mesmo sem estado.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232714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2700" y="2622423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Segurança ganha isolamento e herda uma superfície nova, que é a imagem base e o privilégio de execução.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284601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2750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Desempenho custa, principalmente I/O nas máquinas Windows, e a Aula 03 já avisa que camada extra prejudica desempenho.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Adotamos conteinerização como estratégia de empacotamento e de ambiente de desenvolvimento, registrada como troca.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304228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32955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linha de .gitattributes forçando LF nos scripts, porque o Git Bash quebra no Windows.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32955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arquivo que descreve o ambiente inteiro e que qualquer um dos quatro sobe com um comando.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61766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00728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Document 8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6771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0357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944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1618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3748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67334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10921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545074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