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4172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12464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405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3102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46920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3739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1440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048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20780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71125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implementação do produto começa na Sprint 4, em 06/10. A demonstração do final é do ambiente, não do produto.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2715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41763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seção 01 é sobre Docker. O projeto volta na seção 02, onde essa pergunta é respondida.</a:t>
            </a:r>
          </a:p>
        </p:txBody>
      </p:sp>
      <p:sp>
        <p:nvSpPr>
          <p:cNvPr id="17" name="Donut 16"/>
          <p:cNvSpPr/>
          <p:nvPr/>
        </p:nvSpPr>
        <p:spPr>
          <a:xfrm>
            <a:off x="9124950" y="212464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13417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4950" y="241039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241039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988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7988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3479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915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222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4127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53479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52143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7992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889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785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71068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8256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27304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756154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756154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41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205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48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5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556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46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41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50810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507149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BALANÇO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419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4899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3947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306419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DEPOIS, NO NOSSO REPOSITÓRIO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9941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89885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837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28847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308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9124950" y="2889885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89941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3175635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3175635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