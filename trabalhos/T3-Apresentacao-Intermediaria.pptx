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O nosso projeto é um app para gerenciar convites de festa: o anfitrião cria o convite e acompanha quem vai, e o convidado responde pelo link. Vamos mostrar o problema, a arquitetura implementada, o front-end, o back-end, a aplicação funcionando e o que falta até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na Sprint 1: a anfitriã e o convidado, que usam o app, e o buffet, que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doze histórias de usuário nesses seis grupos, e as doze estão implementadas. No quadro do Azure Boards elas aparecem como H01 a H12: conta é a H01, criação do convite da H02 à H04, compartilhamento H05 e H06, confirmação da H07 à H09, restrições H10, e o painel H11 e H12. Passagem: o Tiago mostra como o projeto evoluiu e 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No Grau A o projeto tinha as doze histórias, o Guia da Arquitetura e um protótipo de telas. Na Sprint 4 eu montei a base: o repositório, o pacote de tipos compartilhado entre front e back, a integração contínua e o compose. Na Sprint 5 o front e o back foram integrados nessa base, e o que precisou mudar na arquitetura foi registrado com 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camadas do documento de arquitetura do Grau A. Três tiers no compose: front em Next.js, API em NestJS e PostgreSQL. As três camadas lógicas ficam dentro da API: Apresentação, Domínio e Dados. O front segue MVC. O navegador fala com a API direto no painel e no envio da resposta, e a página do convite é lida pelo servidor do front. Camada é divisão lógica, tier é processo separado: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É o diagrama de componentes do Grau A, dividido em duas metades para caber no slide. Cada componente da API existe no código com o mesmo nome: os quatro controllers, os guards de sessão e de limite de tráfego, o filtro de erro, os cinco services, o catálogo de templates e os três repositórios. No front, o ApiClient e as duas páginas também. A única diferença é o TemplateSet, que virou dois arquivos por template, o CSS e a imagem de prévia, como o documento de arquitetura já registra.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O diagrama de implantação do Grau A. O docker-compose.yml é a forma executável dele: os três containers, o banco sem porta publicada, o front na 3000 e a API na 3001, porque o navegador chama a API direto. A API só sobe depois que o banco responde ao healthcheck, e as migrations rodam com o volume do banco vazio. No T1 apresentamos o Docker como forma de cada integrante subir o ambiente com um comando. É esse compose que roda na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A regra do teto de vagas fica para o Gabriel. Dificuldade do bloco: juntar o front e o back, que foram escritos em paralelo, fora da main. A integração foi em duas etapas. Primeiro o front, com um mock que responde às rotas com os tipos do contract. Depois o back. Em cada etapa, o que não cabia na arquitetura foi adequado, registrado com o motivo nos Ajustes da Sprint 5, e só entrou na main com a CI verde. O contract permitiu juntar as duas partes sem reescrever tudo. Ele deveria ter sido feito antes das telas. Passagem: o Guilherme apresenta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nasceu antes de a arquitetura estar no código,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 Passagem: quem recebe essas chamadas é a API. A primeira versão das rotas e das regras dela foi escrita pelo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minha, inclusive a transação com a trava na linha do convite. Na integração, algumas regras mudaram de camada, e eu conto isso no fim do bloco. Quando não cabe, a camada de Dados devolve a recusa ao Domínio, que dá nome ao erro, e a Apresentação responde.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Trocar do PDF para o navegador. Abrir dizendo: a conta já está criada para poupar tempo; a tela de entrada está no apêndice. Passos: criar, personalizar e publicar o convite; responder como convidado, com acompanhante e alergia; tentar responder no convite lotado; alterar a resposta pelo link pessoal; mostrar o painel e baixar o CSV; despublicar e abrir de novo o link do convite. Depois, na mesma tela: o quadro Kanban no Azure Boards e o GitHub, com os PRs e os checks. Voltar ao PDF no slide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Planejamos em sprints de duas semanas e acompanhamos no quadro Kanban do Azure Boards, com cada história dividida em tarefas de tela e de API. Não usamos o Teams: conversamos pelo WhatsApp e nas aulas, e o que decidimos fica registrado no repositório, no Guia, nos ADRs e nos Ajustes da Sprint 5. Cada mudança entra na main por PR, depois que a integração contínua passa.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Cada dificuldade já foi contada por quem passou por ela: a integração por mim, o protótipo pelo Guilherme e a regra de vagas pelo Gabriel. Aqui elas aparecem juntas. Se perguntarem detalhes, passar para quem passou por cada uma.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Estes são os itens da Sprint 6, de 03/11 a 16/11, até a apresentação final em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Tiago, fechamento: as doze histórias estão implementadas, e as mudanças em relação à arquitetura do Grau A estão registradas com o motivo. Até 17/11 vamos revisar a documentação contra o código e preparar o Pitch. Para perguntas: problema e requisitos com o Andreas, arquitetura e Docker comigo, telas e quadro com o Guilherme, API e testes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31.jpg"/><Relationship Id="rId3" Type="http://schemas.openxmlformats.org/officeDocument/2006/relationships/image" Target="../media/image32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5.png"/><Relationship Id="rId6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anfitriã cria o convite, envia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convidado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buffet recebe a lista de restrições alimentares.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461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FUNCIONALIDADE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144611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PERMITE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7321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561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52561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Criar conta e entrar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870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089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01089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Preencher os dados da festa, escolher template e cores e ver a prévia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9617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349617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Publicar, copiar o link e despublicar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Confirmação de presença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98145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Responder sem conta, informar acompanhantes e alterar depois pelo link pessoal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6673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446673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Informar a restrição. Alergia pede descrição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52009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4952009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Ver a lista de presença e exportar as restrições em 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31346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Integração front e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camadas</a:t>
            </a:r>
          </a:p>
        </p:txBody>
      </p:sp>
      <p:pic>
        <p:nvPicPr>
          <p:cNvPr id="4" name="Picture 3" descr="diagrama-de-camada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808455"/>
            <a:ext cx="10820400" cy="190784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componentes</a:t>
            </a:r>
          </a:p>
        </p:txBody>
      </p:sp>
      <p:pic>
        <p:nvPicPr>
          <p:cNvPr id="4" name="Picture 3" descr="diagrama-de-componentes-slid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85875"/>
            <a:ext cx="524210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510275"/>
            <a:ext cx="562310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Front e camada de Apresentação</a:t>
            </a:r>
          </a:p>
        </p:txBody>
      </p:sp>
      <p:pic>
        <p:nvPicPr>
          <p:cNvPr id="6" name="Picture 5" descr="diagrama-de-componentes-slide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705" y="1785875"/>
            <a:ext cx="5273495" cy="36291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42205" y="5510275"/>
            <a:ext cx="565449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Camadas de Domínio e de Dados, e o banco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Diagrama de implantação</a:t>
            </a:r>
          </a:p>
        </p:txBody>
      </p:sp>
      <p:pic>
        <p:nvPicPr>
          <p:cNvPr id="4" name="Picture 3" descr="diagrama-de-implantacao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2885" y="1428750"/>
            <a:ext cx="7966229" cy="466725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mesma integração constrói as imagens da API, do front e do mock.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Um segundo arquivo do compose troca a API por um mock, para trabalhar nas telas sem banco.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4703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654703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833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3570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303570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 e na Apresentação. Link inválido, convite despublicado e convite de outro anfitrião dão o mesmo 404, com o mesmo corpo e cabeçalho, conferido por um teste de ponta a ponta.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3281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663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95663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1809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4191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44191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0337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55" y="1819275"/>
            <a:ext cx="6096000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92155" y="5724525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455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192955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258300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29891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43250" y="2629891"/>
            <a:ext cx="3905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2629891"/>
            <a:ext cx="426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HOJE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5849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10891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na página 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250" y="3010891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3010891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Sem contagem. A lotação só aparece na recusa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9617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CSV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49617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Montado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349617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com proteção contra fórmulas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3250" y="398145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Token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39814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Cookie de sessão. O front não guarda token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6673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do formulário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250" y="446673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Conferidos só na tela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446673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os campos, e a API valida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84096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384096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COBREM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126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6509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Regras do Domínio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765096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Vagas pedidas por resposta, o não vou zerando acompanhantes e observação, descrição da alergia, data comparada por dia no fuso do projeto e 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37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6160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Consultas no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46160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Gravação dentro do teto e concorrência: quatro respostas simultâneas pedindo duas vagas cada, num teto de cinco. Passam duas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0342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5810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Rotas de ponta a ponta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15810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fluxo completo, e o mesmo 404 para link inválido, convite despublicado e convite de outro anfitrião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3078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Todos rodam na integração contínua, a cada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Demonstração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Demonstração, Tiago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1371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02818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foi dividida em tarefas de tela e de API.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97611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86715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Conversamos pelo WhatsApp e nas aulas. As decisões ficam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Cada mudança entra na main por PR, depois que a integração contínua passa.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Tiago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front e o back foram feitos em paralelo, fora da main, e precisaram ser adaptados ao pacote de tipos e às camadas para entrar.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protótipo do front foi feito antes de a arquitetura estar no código, e contava vagas, montava o CSV e guardava o token na própria tela.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primeira versão do back-end, a regra das vagas estava na consulta SQL da camada de Dados. O cálculo foi movido para o Domínio.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Faríamos diferente: definir o pacote de tipos antes das telas e integrar front e back mais cedo.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Dificuldades, Tiago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Planejamento até a apresentação final, em 17/11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131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0413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Revisar os artefatos das Sprints 1 a 3 contra o código, história por história.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7545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6649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Desenhar o diagrama de sequência da lista de presença, que faltou no Grau 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2884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Completar o protótipo de baixa fidelidade da Sprint 3 a partir das telas reais.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9120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Dar o aval do time às decisões novas da arquitetura.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853559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Preparar e ensaiar o Pitch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Planejamento, Tiago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98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 e requisitos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Docker, GitHub e planejamento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 e Azure Boards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despublicado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Quadro Kanban e integração no GitHub</a:t>
            </a:r>
          </a:p>
        </p:txBody>
      </p:sp>
      <p:pic>
        <p:nvPicPr>
          <p:cNvPr id="4" name="Picture 3" descr="c10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08599"/>
            <a:ext cx="3164333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201511"/>
            <a:ext cx="354533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Quadro Kanban no Azure Boards</a:t>
            </a:r>
          </a:p>
        </p:txBody>
      </p:sp>
      <p:pic>
        <p:nvPicPr>
          <p:cNvPr id="6" name="Picture 5" descr="c11-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4933" y="1808599"/>
            <a:ext cx="7351267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964433" y="5201511"/>
            <a:ext cx="77322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Integração contínua aprovada no PR do back-end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