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 Passagem: o Tiago mostra como o projeto evoluiu e 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No Grau A o projeto tinha as doze histórias, o Guia da Arquitetura e um protótipo de telas. Na Sprint 4 eu montei a base: o repositório, o pacote de tipos compartilhado entre front e back, a integração contínua e o compose. Na Sprint 5 o front e o back foram integrados nessa base, e o que precisou mudar na arquitetura foi registrado com 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Três tiers no compose: front em Next.js, API em NestJS e PostgreSQL. As três camadas lógicas ficam dentro da API: Apresentação, Domínio e Dados. O front segue MVC. O contract é o pacote de tipos compartilhado entre os dois lados. Camada é divisão lógica, tier é processo separado.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Sobre o compose: no T1 apresentamos o Docker como forma de cada integrante subir o ambiente com um comando. É esse compose que roda na demonstração. Se perguntarem das migrations: elas rodam quando o volume do banco está vazio.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A regra do teto de vagas fica para o Gabriel.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Trocar do PDF para o navegador.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tela: o quadro Kanban no Azure Boards e o GitHub, com os PRs e os checks. Voltar ao PDF no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Cada dificuldade já foi contada por quem passou por ela: a integração por mim, o protótipo pelo Guilherme e a regra de vagas pelo Gabriel. Aqui elas aparecem juntas. Se perguntarem detalhes, passar para quem passou por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 e Docker comigo, telas e quadro com o Guilherme, API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 e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Tiers 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828925"/>
            <a:ext cx="1257300" cy="952500"/>
          </a:xfrm>
          <a:prstGeom prst="roundRect">
            <a:avLst>
              <a:gd name="adj" fmla="val 5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9425"/>
            <a:ext cx="12573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FFFFFF"/>
                </a:solidFill>
                <a:latin typeface="Roboto"/>
              </a:rPr>
              <a:t>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3286125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anfitrião e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convidado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7500" y="1952625"/>
            <a:ext cx="2228850" cy="2762250"/>
          </a:xfrm>
          <a:prstGeom prst="roundRect">
            <a:avLst>
              <a:gd name="adj" fmla="val 25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09900" y="2066925"/>
            <a:ext cx="19240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Front em Next.js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2314575"/>
            <a:ext cx="19240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front, porta 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28950" y="26384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8950" y="27527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Rotas de tela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28950" y="322897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8950" y="334327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8950" y="38195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8950" y="39338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4486275"/>
            <a:ext cx="2228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21049A"/>
                </a:solidFill>
                <a:latin typeface="Roboto"/>
              </a:rPr>
              <a:t>MVC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952625"/>
            <a:ext cx="2381250" cy="2762250"/>
          </a:xfrm>
          <a:prstGeom prst="roundRect">
            <a:avLst>
              <a:gd name="adj" fmla="val 2400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2700" y="2066925"/>
            <a:ext cx="20764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API em NestJS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314575"/>
            <a:ext cx="2076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api, porta 3001 no host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1750" y="26384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7527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Apresentação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1750" y="322897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1750" y="334327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Domínio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00925" y="309562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381750" y="38195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1750" y="39338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Dados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0925" y="368617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10300" y="4486275"/>
            <a:ext cx="2381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E94D1C"/>
                </a:solidFill>
                <a:latin typeface="Roboto"/>
              </a:rPr>
              <a:t>TRÊS CAMADAS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5500" y="2733675"/>
            <a:ext cx="1790700" cy="1181100"/>
          </a:xfrm>
          <a:prstGeom prst="roundRect">
            <a:avLst>
              <a:gd name="adj" fmla="val 4838"/>
            </a:avLst>
          </a:prstGeom>
          <a:solidFill>
            <a:srgbClr val="F2F2F5"/>
          </a:solidFill>
          <a:ln w="12700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0" y="2905125"/>
            <a:ext cx="17907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1700" y="3190875"/>
            <a:ext cx="16383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db,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sem porta publicada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81200" y="3305175"/>
            <a:ext cx="83820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943100" y="2867025"/>
            <a:ext cx="9144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página do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convite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4450" y="3305175"/>
            <a:ext cx="104775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863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leitura no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servidor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29650" y="3305175"/>
            <a:ext cx="1047750" cy="0"/>
          </a:xfrm>
          <a:prstGeom prst="line">
            <a:avLst/>
          </a:prstGeom>
          <a:ln w="2540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915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SQL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14450" y="3781425"/>
            <a:ext cx="0" cy="120015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14450" y="4981575"/>
            <a:ext cx="6086475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400925" y="4714875"/>
            <a:ext cx="0" cy="26670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428750" y="5038725"/>
            <a:ext cx="495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94D1C"/>
                </a:solidFill>
                <a:latin typeface="Roboto"/>
              </a:rPr>
              <a:t>painel do anfitrião e envio das respostas, direto na 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57500" y="5381625"/>
            <a:ext cx="573405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09900" y="5495925"/>
            <a:ext cx="5429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3A3A44"/>
                </a:solidFill>
                <a:latin typeface="Roboto"/>
              </a:rPr>
              <a:t>Pacote de tipos compartilhado (contract):</a:t>
            </a:r>
            <a:r>
              <a:rPr sz="1050" b="0" i="0">
                <a:solidFill>
                  <a:srgbClr val="3A3A44"/>
                </a:solidFill>
                <a:latin typeface="Roboto"/>
              </a:rPr>
              <a:t> pedidos e respostas usados pelo front e pela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Base do projeto: lint, integração contínua e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482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44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DOCKER COMPOSE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Três serviços: banco, API e front. O banco não publica 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front publica a 3000 e a API a 3001, porque o navegador chama a API direto no painel e no envio da resposta.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API só sobe depois que o banco responde ao healthcheck.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troca a API por um mock, para trabalhar nas telas sem banco.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371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2818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 e o back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 foi feito antes de a arquitetura estar no código,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definir o pacote de tipos antes das telas e integrar front e back mais cedo.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Tiago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 e requisitos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Docker, GitHub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