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 e um protótipo de telas. Na Sprint 4 o Tiago montou a base: o repositório, o pacote de tipos compartilhado entre front-end e back-end, a integração contínua e o compose. Na Sprint 5 o front-end e o back-end foram integrados nessa base, e o que precisou mudar na arquitetura foi registrado com o motivo.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front-end em Next.js, API em NestJS e PostgreSQL. As três camadas lógicas ficam dentro da API: Apresentação, Domínio e Dados. O front-end segue MVC. O navegador fala com a API direto no painel e no envio da resposta, e a página do convite é lida pelo servidor do front-end.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Cada componente da API existe no código com o mesmo nome: os quatro controllers, os guards de sessão e de limite de tráfego, o filtro de erro, os cinco services, o catálogo de templates e os três repositórios. No front-end, o ApiClient e as duas páginas também. A única diferença é o TemplateSet, que virou dois arquivos por template, o CSS e a imagem de prévia, como o documento de arquitetura já registra.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front-end na 3000 e a API na 3001, porque o navegador chama a API direto. A API só sobe depois que o banco responde ao healthcheck, e as migrations rodam com o volume do banco vazio. No T1 apresentamos o Docker como forma de cada integrante subir o ambiente com um comando. É esse compose que roda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front-end e o back-end, que foram escritos em paralelo, fora da main. A integração foi em duas etapas. Primeiro o front-end, com um mock que responde às rotas com os tipos do contract. Depois o back-end. Em cada etapa, o que não cabia na arquitetura foi adequado, registrado com o motivo nos Ajustes da Sprint 5, e só entrou na main com a CI verde. O contract, criado no começo da Sprint 4, permitiu juntar as duas partes sem reescrever tudo. O protótipo do front-end foi feito sem usar ele, e foi isso que exigiu a maior parte da adequação.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foi feito numa ferramenta de prototipação, fora da base do projeto e sem o pacote de tipos,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API, e o Gabriel mostra as regras dela.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camadas: a Apresentação confere o formato e o limite de tráfego; o Domínio aplica as regras e calcula quantas vagas a resposta pede; a camada de Dados trava o convite, soma as vagas ocupadas e confere o teto.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Cada dificuldade já foi contada por quem passou por ela: a integração pelo Tiago, o protótipo pelo Guilherme e a regra de vagas por mim. Aqui elas aparecem juntas. Se perguntarem detalhes, passar para quem passou por cada uma. O pacote de tipos existia desde 07/10, mas o protótipo do front-end foi feito sem ele, e por isso precisou de adequação. E front-end e back-end só foram juntados na Sprint 5, quando o plano era fechar o fluxo central já na Sprint 4.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 e com a mesma pessoa falando: o quadro Kanban no Azure Boards e o GitHub, com os PRs e os checks. Passagem: o Guilherme mostra como o time se organizou e o que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Estes são os itens da Sprint 6, de 03/11 a 16/11, até a apresentação final em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arquitetura, Docker e GitHub com o Tiago, telas, organização e planejamento comigo, e API, regras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front-end e back-end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Front-end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11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07526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51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47276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270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22992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do front-end, da API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0272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98708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pic>
        <p:nvPicPr>
          <p:cNvPr id="12" name="Picture 11" descr="c11-ci-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50" y="2566541"/>
            <a:ext cx="4819650" cy="2334518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6050" y="4977259"/>
            <a:ext cx="52006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Checks de um PR no GitHub,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front-end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29891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629891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629891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5849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10891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3010891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3010891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só aparece na recusa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398145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9814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front-end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673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46673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46673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front-end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front-end e o back-end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front-end foi feito numa ferramenta de prototipação, fora da base do projeto,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fazer as telas já sobre o pacote de tipos, que existia desde o início da Sprint 4, e juntar front-end e back-end nessa mesma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993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95384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91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5134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148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10850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pic>
        <p:nvPicPr>
          <p:cNvPr id="10" name="Picture 9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724" y="1676400"/>
            <a:ext cx="4021553" cy="4191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752224" y="5943600"/>
            <a:ext cx="440255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Quadro Kanban no Azure Boards, em 26/10/2026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131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0413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história por história.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7545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6649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9120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85355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evolução do projeto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front-end, organização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Guilherme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