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O nosso projeto é um app para gerenciar convites de festa: o anfitrião cria o convite e acompanha quem vai, e o convidado responde pelo link. Vamos mostrar o problema, a arquitetura implementada, o front-end, o back-end, a aplicação funcionando e o que falta até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na Sprint 1: a anfitriã e o convidado, que usam o app, e o buffet, que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doze histórias de usuário nesses seis grupos, e as doze estão implementadas. No quadro do Azure Boards elas aparecem como H01 a H12: conta é a H01, criação do convite da H02 à H04, compartilhamento H05 e H06, confirmação da H07 à H09, restrições H10, e o painel H11 e H12.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No Grau A o projeto tinha as doze histórias, o Guia da Arquitetura e um protótipo de telas. Na Sprint 4 o Tiago montou a base: o repositório, o pacote de tipos compartilhado entre front e back, a integração contínua e o compose. Na Sprint 5 o front e o back foram integrados nessa base, e o que precisou mudar na arquitetura foi registrado com o motivo. Passagem: o Tiago mostra os diagramas da arquitetura.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camadas do documento de arquitetura do Grau A. Três tiers no compose: front em Next.js, API em NestJS e PostgreSQL. As três camadas lógicas ficam dentro da API: Apresentação, Domínio e Dados. O front segue MVC. O navegador fala com a API direto no painel e no envio da resposta, e a página do convite é lida pelo servidor do front. Camada é divisão lógica, tier é processo separado: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componentes do Grau A, dividido em duas metades para caber no slide. Cada componente da API existe no código com o mesmo nome: os quatro controllers, os guards de sessão e de limite de tráfego, o filtro de erro, os cinco services, o catálogo de templates e os três repositórios. No front, o ApiClient e as duas páginas também. A única diferença é o TemplateSet, que virou dois arquivos por template, o CSS e a imagem de prévia, como o documento de arquitetura já registra.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O diagrama de implantação do Grau A. O docker-compose.yml é a forma executável dele: os três containers, o banco sem porta publicada, o front na 3000 e a API na 3001, porque o navegador chama a API direto. A API só sobe depois que o banco responde ao healthcheck, e as migrations rodam com o volume do banco vazio. No T1 apresentamos o Docker como forma de cada integrante subir o ambiente com um comando. É esse compose que roda na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Dificuldade do bloco: juntar o front e o back, que foram escritos em paralelo, fora da main. A integração foi em duas etapas. Primeiro o front, com um mock que responde às rotas com os tipos do contract. Depois o back. Em cada etapa, o que não cabia na arquitetura foi adequado, registrado com o motivo nos Ajustes da Sprint 5, e só entrou na main com a CI verde. O contract permitiu juntar as duas partes sem reescrever tudo. Ele deveria ter sido feito antes das telas. Passagem: o Guilherme apresenta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A tela ainda limita os campos, para ajudar quem preenche, mas a validação que vale é a da API. Dificuldade do bloco: o protótipo nasceu antes de a arquitetura estar no código, e algumas regras de negócio ficaram na tela. O que eu aprendi vendo a adequação: prototipar com ferramenta é rápido para validar o visual, mas o protótipo precisa ser lido contra o Guia antes de virar código. Se eu fizesse de novo, desenharia as telas em cima do contract desde o começo. Passagem: quem recebe essas chamadas é a API, e o Gabriel mostra as regras dela.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minha. Na integração, algumas mudaram de camada, e eu conto isso no fim do bloco. Três regras: quem não tem acesso não descobre se um convite existe, porque link inválido, convite despublicado e convite de outro anfitrião dão o mesmo 404; a sessão do anfitrião é um cookie assinado; e o link do convite nasce no Domínio, na primeira publicação. A regra do teto de vagas está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 caminho de uma resposta do convidado pelas três camadas: a Apresentação confere o formato e o limite de tráfego; o Domínio aplica as regras e calcula quantas vagas a resposta pede; a camada de Dados trava o convite, soma as vagas ocupadas e confere o teto. Quando não cabe, a camada de Dados devolve a recusa ao Domínio, que dá nome ao erro, e a Apresentação responde.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Passam exatamente duas. Dificuldade do bloco: uma regra de negócio na camada errada. Na minha primeira versão, a regra de que só a confirmação ocupa vaga estava na consulta da camada de Dados, junto com a conferência do teto. Funcionava, mas a camada de Dados passava a saber o que é uma vaga, e o Guia diz que isso é do Domínio. Na integração, o Tiago subiu o cálculo das vagas que a resposta pede para o Domínio, e a camada de Dados ficou com a soma do que já está gravado e a conferência do teto.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Cada dificuldade já foi contada por quem passou por ela: a integração pelo Tiago, o protótipo pelo Guilherme e a regra de vagas por mim. Aqui elas aparecem juntas. Se perguntarem detalhes, passar para quem passou por cada uma.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aplicação estiver publicada, o Guilherme conduz, compartilhando a tela dele. Se não, o Tiago conduz na máquina dele. Abrir dizendo: a conta já está criada para poupar tempo; a tela de entrada está no apêndice. Passos: criar, personalizar e publicar o convite; responder como convidado, com acompanhante e alergia; tentar responder no convite lotado; alterar a resposta pelo link pessoal; mostrar o painel e baixar o CSV; despublicar e abrir de novo o link do convite. Depois, na mesma tela e com a mesma pessoa falando: o quadro Kanban no Azure Boards e o GitHub, com os PRs e os checks. Passagem: o Guilherme mostra como o time se organizou e o que falta.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Planejamos em sprints de duas semanas e acompanhamos no quadro Kanban do Azure Boards, com cada história dividida em tarefas de tela e de API. Não usamos o Teams: conversamos pelo WhatsApp e nas aulas, e o que decidimos fica registrado no repositório, no Guia, nos ADRs e nos Ajustes da Sprint 5. Cada mudança entra na main por PR, depois que a integração contínua passa.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Estes são os itens da Sprint 6, de 03/11 a 16/11, até a apresentação final em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Guilherme, fechamento: as doze histórias estão implementadas, e as mudanças em relação à arquitetura do Grau A estão registradas com o motivo. Até 17/11 vamos revisar a documentação contra o código e preparar o Pitch. Para perguntas: problema e requisitos com o Andreas, arquitetura, Docker e GitHub com o Tiago, telas, organização e planejamento comigo, e API, regras e testes com 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INTERMEDIÁRIA, TIME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215006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anfitriã cria o convite, envia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convidado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buffet recebe a lista de restrições alimentares.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4611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FUNCIONALIDADE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144611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PERMITE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7321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561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52561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Criar conta e entrar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8706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1089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01089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Preencher os dados da festa, escolher template e cores e ver a prévia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9617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349617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Publicar, copiar o link e despublicar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Confirmação de presença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398145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Responder sem conta, informar acompanhantes e alterar depois pelo link pessoal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46673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446673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Informar a restrição. Alergia pede descrição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52009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0" y="4952009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Ver a lista de presença e exportar as restrições em CSV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31346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Documento de arquitetura e protótipo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Integração front e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documentação e protótipo.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camadas</a:t>
            </a:r>
          </a:p>
        </p:txBody>
      </p:sp>
      <p:pic>
        <p:nvPicPr>
          <p:cNvPr id="4" name="Picture 3" descr="diagrama-de-camada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08455"/>
            <a:ext cx="10820400" cy="19078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componentes</a:t>
            </a:r>
          </a:p>
        </p:txBody>
      </p:sp>
      <p:pic>
        <p:nvPicPr>
          <p:cNvPr id="4" name="Picture 3" descr="diagrama-de-componentes-slid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5875"/>
            <a:ext cx="524210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510275"/>
            <a:ext cx="562310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Front e camada de Apresentação</a:t>
            </a:r>
          </a:p>
        </p:txBody>
      </p:sp>
      <p:pic>
        <p:nvPicPr>
          <p:cNvPr id="6" name="Picture 5" descr="diagrama-de-componentes-slide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705" y="1785875"/>
            <a:ext cx="527349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42205" y="5510275"/>
            <a:ext cx="56544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Camadas de Domínio e de Dados, e o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implantação</a:t>
            </a:r>
          </a:p>
        </p:txBody>
      </p:sp>
      <p:pic>
        <p:nvPicPr>
          <p:cNvPr id="4" name="Picture 3" descr="diagrama-de-implantacao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885" y="1428750"/>
            <a:ext cx="7966229" cy="46672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279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175510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e os Dados não importam de nenhuma camada de cima.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3192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215259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35902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55008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integração constrói as imagens da API, do front e do mock.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1347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5030724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segundo arquivo do compose troca a API por um mock, para trabalhar nas telas sem banco.</a:t>
            </a:r>
          </a:p>
        </p:txBody>
      </p:sp>
      <p:pic>
        <p:nvPicPr>
          <p:cNvPr id="12" name="Picture 11" descr="c11-ci-rec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497336"/>
            <a:ext cx="5105400" cy="2472928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210300" y="5046464"/>
            <a:ext cx="54864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Checks de um PR no GitHub, em 26/10/2026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55" y="1819275"/>
            <a:ext cx="6096000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92155" y="5724525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455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192955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258300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29891"/>
            <a:ext cx="2286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43250" y="2629891"/>
            <a:ext cx="3905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0" y="2629891"/>
            <a:ext cx="426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HOJE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85849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10891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Vagas na página pública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250" y="3010891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Mostrava quantas vagas restavam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3010891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Sem contagem. A lotação só aparece na recusa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9617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CSV para o buffet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250" y="349617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Montado no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349617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pela API, com proteção contra fórmulas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3250" y="398145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Token guardado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0" y="39814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Cookie de sessão. O front não guarda token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6673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Limites do formulário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3250" y="446673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Conferidos só na tela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0" y="446673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limita os campos, e a API valida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54703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654703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83303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3570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Quem não tem acesso não descobre se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303570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 e na Apresentação. Link inválido, convite despublicado e convite de outro anfitrião dão o mesmo 404, com o mesmo corpo e cabeçalho, conferido por um teste de ponta a ponta.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3281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5663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95663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1809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4191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44191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80337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19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19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38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62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962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1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05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105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4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14550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0275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1657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382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8764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4489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Calcula as vagas pedidas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5871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1596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Trava o convite e soma as vagas ocupadas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2979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8704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0086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811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Dá nome à recusa: convite lotado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7193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2918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47357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04507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4507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94464" y="3495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41571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8721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98721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88679" y="4638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35786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92936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2936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82893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40043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40043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“Sim” ocupa uma vaga para o convidado e uma para cada acompanhante. “Talvez” e “Não” não ocupam vaga. “Não” zera acompanhantes e observação. Alergia exige descrição.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84096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384096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COBREM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12696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65096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Regras do Domínio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765096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Vagas pedidas por resposta, o não vou zerando acompanhantes e observação, descrição da alergia, data comparada por dia no fuso do projeto e publicação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37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6160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Consultas no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46160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Gravação dentro do teto e concorrência: quatro respostas simultâneas pedindo duas vagas cada, num teto de cinco. Passam duas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03428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5810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Rotas de ponta a ponta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415810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fluxo completo, e o mesmo 404 para link inválido, convite despublicado e convite de outro anfitrião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3078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Todos rodam na integração contínua, a cada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front e o back foram feitos em paralelo, fora da main, e precisaram ser adaptados ao pacote de tipos e às camadas para entrar.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protótipo do front foi feito antes de a arquitetura estar no código, e contava vagas, montava o CSV e guardava o token na própria tela.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primeira versão do back-end, a regra das vagas estava na consulta SQL da camada de Dados. O cálculo foi movido para o Domínio.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Faríamos diferente: definir o pacote de tipos antes das telas e integrar front e back mais cedo.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9939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95384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foi dividida em tarefas de tela e de API.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91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35134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Conversamos pelo WhatsApp e nas aulas. As decisões ficam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1486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10850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mudança entra na main por PR, depois que a integração contínua passa.</a:t>
            </a:r>
          </a:p>
        </p:txBody>
      </p:sp>
      <p:pic>
        <p:nvPicPr>
          <p:cNvPr id="10" name="Picture 9" descr="c10-kan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2724" y="1676400"/>
            <a:ext cx="4021553" cy="4191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752224" y="5943600"/>
            <a:ext cx="4402553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Quadro Kanban no Azure Boards, em 26/10/2026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Guilherme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Planejamento até a apresentação final, em 17/11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131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0413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Revisar os artefatos das Sprints 1 a 3 contra o código, história por história.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7545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66491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Desenhar o diagrama de sequência da lista de presença, que faltou no Grau 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2884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Completar o protótipo de baixa fidelidade da Sprint 3 a partir das telas reais.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91203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Dar o aval do time às decisões novas da arquitetura.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853559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Preparar e ensaiar o Pitch Final.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Planejamento, Guilherme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TIME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98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Andreas Grings: problema, requisitos e evolução do projeto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Tiago Passos: arquitetura, Docker e GitHub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Guilherme Toebe: front-end, organização e planejamento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Gabriel Tomasi: back-end, regras e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Perguntas, Guilherme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Tela de entrada, com o acesso ao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579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156348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07124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5790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008676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080464" y="5333710"/>
            <a:ext cx="60802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8456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despublicado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de gerenciamento de convites, apresentação intermediária</dc:title>
  <dc:creator>Time 04: Andreas Grings, Gabriel Tomasi, Guilherme Toebe, Tiago Passos</dc:creator>
  <cp:lastModifiedBy>Time 04: Andreas Grings, Gabriel Tomasi, Guilherme Toebe, Tiago Passos</cp:lastModifiedBy>
  <cp:revision>15</cp:revision>
  <dcterms:created xsi:type="dcterms:W3CDTF">2012-07-30T23:50:35Z</dcterms:created>
  <dcterms:modified xsi:type="dcterms:W3CDTF">2026-03-06T20:44:32Z</dcterms:modified>
  <dc:subject>Arquitetura de Software, Trabalho 3</dc:subject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